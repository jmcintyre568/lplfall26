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3f360535ae4d30" /><Relationship Type="http://schemas.openxmlformats.org/officeDocument/2006/relationships/extended-properties" Target="/docProps/app.xml" Id="Raf5778d38e9e42da" /><Relationship Type="http://schemas.openxmlformats.org/officeDocument/2006/relationships/officeDocument" Target="/ppt/presentation.xml" Id="Rb9a45aaf8d4544c4" /></Relationships>
</file>

<file path=ppt/presentation.xml><?xml version="1.0" encoding="utf-8"?>
<p:presentation xmlns:p="http://schemas.openxmlformats.org/presentationml/2006/main">
  <p:sldMasterIdLst>
    <p:sldMasterId xmlns:r="http://schemas.openxmlformats.org/officeDocument/2006/relationships" id="2147483648" r:id="R3365be35c15f49c6"/>
  </p:sldMasterIdLst>
  <p:notesMasterIdLst>
    <p:notesMasterId xmlns:r="http://schemas.openxmlformats.org/officeDocument/2006/relationships" r:id="R09d3424ce8744a19"/>
  </p:notesMasterIdLst>
  <p:sldIdLst>
    <p:sldId xmlns:r="http://schemas.openxmlformats.org/officeDocument/2006/relationships" id="256" r:id="R09f88a90405e487f"/>
    <p:sldId xmlns:r="http://schemas.openxmlformats.org/officeDocument/2006/relationships" id="257" r:id="Rdee3efb6e7214c4d"/>
    <p:sldId xmlns:r="http://schemas.openxmlformats.org/officeDocument/2006/relationships" id="258" r:id="R41f934b9639745aa"/>
    <p:sldId xmlns:r="http://schemas.openxmlformats.org/officeDocument/2006/relationships" id="259" r:id="R35e3a2e3c25947cd"/>
    <p:sldId xmlns:r="http://schemas.openxmlformats.org/officeDocument/2006/relationships" id="260" r:id="R5ddd51a62ac14865"/>
    <p:sldId xmlns:r="http://schemas.openxmlformats.org/officeDocument/2006/relationships" id="261" r:id="R3c00b0e67b614646"/>
    <p:sldId xmlns:r="http://schemas.openxmlformats.org/officeDocument/2006/relationships" id="262" r:id="R219c896563b54929"/>
    <p:sldId xmlns:r="http://schemas.openxmlformats.org/officeDocument/2006/relationships" id="263" r:id="R7d1cedf5d2104c1e"/>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74C1A8A3-306A-4EB7-A6B1-4F7E0EB9C5D6}">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04d8fe83be447e6" /><Relationship Type="http://schemas.openxmlformats.org/officeDocument/2006/relationships/slideMaster" Target="/ppt/slideMasters/slideMaster1.xml" Id="R3365be35c15f49c6" /><Relationship Type="http://schemas.openxmlformats.org/officeDocument/2006/relationships/notesMaster" Target="/ppt/notesMasters/notesMaster1.xml" Id="R09d3424ce8744a19" /><Relationship Type="http://schemas.openxmlformats.org/officeDocument/2006/relationships/presProps" Target="/ppt/presProps.xml" Id="Rcd601cc8d3034a9d" /><Relationship Type="http://schemas.openxmlformats.org/officeDocument/2006/relationships/viewProps" Target="/ppt/viewProps.xml" Id="R14893b38de614549" /><Relationship Type="http://schemas.openxmlformats.org/officeDocument/2006/relationships/tableStyles" Target="/ppt/tableStyles.xml" Id="R88f3d1cf425e4d8e" /><Relationship Type="http://schemas.openxmlformats.org/officeDocument/2006/relationships/slide" Target="/ppt/slides/slide1.xml" Id="R09f88a90405e487f" /><Relationship Type="http://schemas.openxmlformats.org/officeDocument/2006/relationships/slide" Target="/ppt/slides/slide2.xml" Id="Rdee3efb6e7214c4d" /><Relationship Type="http://schemas.openxmlformats.org/officeDocument/2006/relationships/slide" Target="/ppt/slides/slide3.xml" Id="R41f934b9639745aa" /><Relationship Type="http://schemas.openxmlformats.org/officeDocument/2006/relationships/slide" Target="/ppt/slides/slide4.xml" Id="R35e3a2e3c25947cd" /><Relationship Type="http://schemas.openxmlformats.org/officeDocument/2006/relationships/slide" Target="/ppt/slides/slide5.xml" Id="R5ddd51a62ac14865" /><Relationship Type="http://schemas.openxmlformats.org/officeDocument/2006/relationships/slide" Target="/ppt/slides/slide6.xml" Id="R3c00b0e67b614646" /><Relationship Type="http://schemas.openxmlformats.org/officeDocument/2006/relationships/slide" Target="/ppt/slides/slide7.xml" Id="R219c896563b54929" /><Relationship Type="http://schemas.openxmlformats.org/officeDocument/2006/relationships/slide" Target="/ppt/slides/slide8.xml" Id="R7d1cedf5d2104c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e782740a2841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nstructions">
  <a:themeElements>
    <a:clrScheme name="0-LPL Theme Color 2026">
      <a:dk1>
        <a:srgbClr val="000000"/>
      </a:dk1>
      <a:lt1>
        <a:srgbClr val="F2F3F5"/>
      </a:lt1>
      <a:dk2>
        <a:srgbClr val="00491F"/>
      </a:dk2>
      <a:lt2>
        <a:srgbClr val="FFFFFF"/>
      </a:lt2>
      <a:accent1>
        <a:srgbClr val="40C1AC"/>
      </a:accent1>
      <a:accent2>
        <a:srgbClr val="FDB714"/>
      </a:accent2>
      <a:accent3>
        <a:srgbClr val="009FDC"/>
      </a:accent3>
      <a:accent4>
        <a:srgbClr val="CE0019"/>
      </a:accent4>
      <a:accent5>
        <a:srgbClr val="00205B"/>
      </a:accent5>
      <a:accent6>
        <a:srgbClr val="B35000"/>
      </a:accent6>
      <a:hlink>
        <a:srgbClr val="333799"/>
      </a:hlink>
      <a:folHlink>
        <a:srgbClr val="0098DB"/>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0-LPL Theme Color 202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eb0b04b21f4a87" /><Relationship Type="http://schemas.openxmlformats.org/officeDocument/2006/relationships/notesMaster" Target="/ppt/notesMasters/notesMaster1.xml" Id="R4cc90e50a06d47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d94719c4664ee2" /><Relationship Type="http://schemas.openxmlformats.org/officeDocument/2006/relationships/notesMaster" Target="/ppt/notesMasters/notesMaster1.xml" Id="Rbdf1afd5dba14c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96a2c203bd41ad" /><Relationship Type="http://schemas.openxmlformats.org/officeDocument/2006/relationships/notesMaster" Target="/ppt/notesMasters/notesMaster1.xml" Id="R534177e0a14f4e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7b8a1c92944a14" /><Relationship Type="http://schemas.openxmlformats.org/officeDocument/2006/relationships/notesMaster" Target="/ppt/notesMasters/notesMaster1.xml" Id="Rd9c6a952269b40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bc282a374b4fce" /><Relationship Type="http://schemas.openxmlformats.org/officeDocument/2006/relationships/notesMaster" Target="/ppt/notesMasters/notesMaster1.xml" Id="R5817dc2592144e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4661838b4140ec" /><Relationship Type="http://schemas.openxmlformats.org/officeDocument/2006/relationships/notesMaster" Target="/ppt/notesMasters/notesMaster1.xml" Id="R1f497ca6e18e4f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698646e60c4b5a" /><Relationship Type="http://schemas.openxmlformats.org/officeDocument/2006/relationships/notesMaster" Target="/ppt/notesMasters/notesMaster1.xml" Id="Rd37da714151b4e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e55b0f3cf7479f" /><Relationship Type="http://schemas.openxmlformats.org/officeDocument/2006/relationships/notesMaster" Target="/ppt/notesMasters/notesMaster1.xml" Id="Rf7d3d6b7486f46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a345a3291649d5" /><Relationship Type="http://schemas.openxmlformats.org/officeDocument/2006/relationships/image" Target="/ppt/media/image.png" Id="R0e7dbfb487c44fd2" /><Relationship Type="http://schemas.openxmlformats.org/officeDocument/2006/relationships/image" Target="/ppt/media/image2.png" Id="R3a409c0b572046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ccff7117e548b4" /><Relationship Type="http://schemas.openxmlformats.org/officeDocument/2006/relationships/image" Target="/ppt/media/image3.png" Id="R418232aab86e47f7" /><Relationship Type="http://schemas.openxmlformats.org/officeDocument/2006/relationships/image" Target="/ppt/media/image4.png" Id="R8da8cba167c24f0d" /><Relationship Type="http://schemas.openxmlformats.org/officeDocument/2006/relationships/image" Target="/ppt/media/image.svg" Id="Rcf1fb4d7fc2848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0108616eb94043" /><Relationship Type="http://schemas.openxmlformats.org/officeDocument/2006/relationships/image" Target="/ppt/media/image5.png" Id="Rf4515e72b09b4e9e" /><Relationship Type="http://schemas.openxmlformats.org/officeDocument/2006/relationships/image" Target="/ppt/media/image4.png" Id="R7dc9811b9ff8470e" /><Relationship Type="http://schemas.openxmlformats.org/officeDocument/2006/relationships/image" Target="/ppt/media/image.svg" Id="R981b02d4a16a40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bafe391e6b412b" /><Relationship Type="http://schemas.openxmlformats.org/officeDocument/2006/relationships/image" Target="/ppt/media/image6.png" Id="R02f78abc40c74087" /><Relationship Type="http://schemas.openxmlformats.org/officeDocument/2006/relationships/image" Target="/ppt/media/image4.png" Id="Rea720eecb43743e3" /><Relationship Type="http://schemas.openxmlformats.org/officeDocument/2006/relationships/image" Target="/ppt/media/image.svg" Id="R6bc201803bb840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3a50c368f54b69" /><Relationship Type="http://schemas.openxmlformats.org/officeDocument/2006/relationships/image" Target="/ppt/media/image7.png" Id="R9b4d77b573af4fe4" /><Relationship Type="http://schemas.openxmlformats.org/officeDocument/2006/relationships/image" Target="/ppt/media/image4.png" Id="Rc1dec9774c244f5b" /><Relationship Type="http://schemas.openxmlformats.org/officeDocument/2006/relationships/image" Target="/ppt/media/image.svg" Id="R3a17d26d95e24f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0f38bfd4544c4c" /><Relationship Type="http://schemas.openxmlformats.org/officeDocument/2006/relationships/image" Target="/ppt/media/image8.png" Id="R2bdfebfd39534d4e" /><Relationship Type="http://schemas.openxmlformats.org/officeDocument/2006/relationships/image" Target="/ppt/media/image4.png" Id="R9618784340034900" /><Relationship Type="http://schemas.openxmlformats.org/officeDocument/2006/relationships/image" Target="/ppt/media/image.svg" Id="R2dca4104581a43b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180ace30a0d4268" /><Relationship Type="http://schemas.openxmlformats.org/officeDocument/2006/relationships/image" Target="/ppt/media/image9.png" Id="Red59fa74182944ae" /><Relationship Type="http://schemas.openxmlformats.org/officeDocument/2006/relationships/image" Target="/ppt/media/image4.png" Id="Rcd4f6b968c344a0a" /><Relationship Type="http://schemas.openxmlformats.org/officeDocument/2006/relationships/image" Target="/ppt/media/image.svg" Id="R022bbfe5d0fa4a8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e7f5ca9b9564727" /><Relationship Type="http://schemas.openxmlformats.org/officeDocument/2006/relationships/image" Target="/ppt/media/image10.png" Id="Ra8a7f5e93a254a46" /><Relationship Type="http://schemas.openxmlformats.org/officeDocument/2006/relationships/image" Target="/ppt/media/image4.png" Id="R4829be078ba446a7" /><Relationship Type="http://schemas.openxmlformats.org/officeDocument/2006/relationships/image" Target="/ppt/media/image.svg" Id="R68e83b5dce07410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06d25a7bf5c4b44" /><Relationship Type="http://schemas.openxmlformats.org/officeDocument/2006/relationships/image" Target="/ppt/media/image11.png" Id="R104ec133b27b4566" /><Relationship Type="http://schemas.openxmlformats.org/officeDocument/2006/relationships/image" Target="/ppt/media/image4.png" Id="Rc1ce472c84314158" /><Relationship Type="http://schemas.openxmlformats.org/officeDocument/2006/relationships/image" Target="/ppt/media/image.svg" Id="R6c87b76e3def4c9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a4cc65eadba4124" /><Relationship Type="http://schemas.openxmlformats.org/officeDocument/2006/relationships/image" Target="/ppt/media/image12.png" Id="R0c84cf75f9c845cb" /><Relationship Type="http://schemas.openxmlformats.org/officeDocument/2006/relationships/image" Target="/ppt/media/image4.png" Id="Rdd5204e7cb2140d0" /><Relationship Type="http://schemas.openxmlformats.org/officeDocument/2006/relationships/image" Target="/ppt/media/image.svg" Id="R4f6adc67c9de473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f7f2558b64c47d7" /><Relationship Type="http://schemas.openxmlformats.org/officeDocument/2006/relationships/image" Target="/ppt/media/image3.png" Id="Ra63843bdb37f42b9" /><Relationship Type="http://schemas.openxmlformats.org/officeDocument/2006/relationships/image" Target="/ppt/media/image4.png" Id="R6dddfd46373e4390" /><Relationship Type="http://schemas.openxmlformats.org/officeDocument/2006/relationships/image" Target="/ppt/media/image.svg" Id="R888245f0465f4326"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82a2fa9eb56546eb" /><Relationship Type="http://schemas.openxmlformats.org/officeDocument/2006/relationships/image" Target="/ppt/media/image13.png" Id="Rb595fb4fe0bc43c5" /><Relationship Type="http://schemas.openxmlformats.org/officeDocument/2006/relationships/image" Target="/ppt/media/image14.png" Id="R7e953079389544e7" /><Relationship Type="http://schemas.openxmlformats.org/officeDocument/2006/relationships/image" Target="/ppt/media/image2.svg" Id="R353b2bfcc6e1410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cee4411386854868" /><Relationship Type="http://schemas.openxmlformats.org/officeDocument/2006/relationships/image" Target="/ppt/media/image4.png" Id="Raff6b79d413843a7" /><Relationship Type="http://schemas.openxmlformats.org/officeDocument/2006/relationships/image" Target="/ppt/media/image.svg" Id="R338d68489f7d403d"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bb5fa6bb1d304570" /><Relationship Type="http://schemas.openxmlformats.org/officeDocument/2006/relationships/image" Target="/ppt/media/image4.png" Id="R74364c5847bb4d0e" /><Relationship Type="http://schemas.openxmlformats.org/officeDocument/2006/relationships/image" Target="/ppt/media/image.svg" Id="R48230e119efe462e"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b3d952f1521b412e" /><Relationship Type="http://schemas.openxmlformats.org/officeDocument/2006/relationships/image" Target="/ppt/media/image4.png" Id="Rdcdab93cf36a44a3" /><Relationship Type="http://schemas.openxmlformats.org/officeDocument/2006/relationships/image" Target="/ppt/media/image.svg" Id="R74d14f00b6fd4c9f"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16684b32974e4290" /><Relationship Type="http://schemas.openxmlformats.org/officeDocument/2006/relationships/image" Target="/ppt/media/image4.png" Id="R509bb507e9464756" /><Relationship Type="http://schemas.openxmlformats.org/officeDocument/2006/relationships/image" Target="/ppt/media/image.svg" Id="Ra7cb24bec3864e4e"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295ad675df104352" /><Relationship Type="http://schemas.openxmlformats.org/officeDocument/2006/relationships/image" Target="/ppt/media/image15.png" Id="Rb6a33ec608ed42cb" /><Relationship Type="http://schemas.openxmlformats.org/officeDocument/2006/relationships/image" Target="/ppt/media/image4.png" Id="R4f30d1fa92894ff9" /><Relationship Type="http://schemas.openxmlformats.org/officeDocument/2006/relationships/image" Target="/ppt/media/image.svg" Id="Rf6d9069a24224886"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5fc12c6509004bfd" /><Relationship Type="http://schemas.openxmlformats.org/officeDocument/2006/relationships/image" Target="/ppt/media/image4.png" Id="R9d0ae09183334de2" /><Relationship Type="http://schemas.openxmlformats.org/officeDocument/2006/relationships/image" Target="/ppt/media/image.svg" Id="R187aec6ee25f4a99"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8ffd2e1c42e44c77" /><Relationship Type="http://schemas.openxmlformats.org/officeDocument/2006/relationships/image" Target="/ppt/media/image4.png" Id="R3c1c019ab3f74ec2" /><Relationship Type="http://schemas.openxmlformats.org/officeDocument/2006/relationships/image" Target="/ppt/media/image.svg" Id="Rf4ddfce0a532476b"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eaca52d659bf4917" /><Relationship Type="http://schemas.openxmlformats.org/officeDocument/2006/relationships/image" Target="/ppt/media/image4.png" Id="R980fd3dce3124b60" /><Relationship Type="http://schemas.openxmlformats.org/officeDocument/2006/relationships/image" Target="/ppt/media/image.svg" Id="R166de610b82640dd"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30b10778e35d4eb2" /><Relationship Type="http://schemas.openxmlformats.org/officeDocument/2006/relationships/image" Target="/ppt/media/image.jpeg" Id="Ra79753b843ab450e" /><Relationship Type="http://schemas.openxmlformats.org/officeDocument/2006/relationships/image" Target="/ppt/media/image16.png" Id="Rf0d084aa9b994faf"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836562d654914785" /><Relationship Type="http://schemas.openxmlformats.org/officeDocument/2006/relationships/image" Target="/ppt/media/image4.png" Id="Rc0338694577542ea" /><Relationship Type="http://schemas.openxmlformats.org/officeDocument/2006/relationships/image" Target="/ppt/media/image.svg" Id="Rd7ce8e7535074869"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e38965c15f0141a6" /><Relationship Type="http://schemas.openxmlformats.org/officeDocument/2006/relationships/image" Target="/ppt/media/image4.png" Id="R6ae43ce5326b411f" /><Relationship Type="http://schemas.openxmlformats.org/officeDocument/2006/relationships/image" Target="/ppt/media/image.svg" Id="R4549050ad4934e37"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488a370a4a64414b"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2a45452764154f6d" /><Relationship Type="http://schemas.openxmlformats.org/officeDocument/2006/relationships/image" Target="/ppt/media/image17.png" Id="R4112bf98e14a4b2e" /><Relationship Type="http://schemas.openxmlformats.org/officeDocument/2006/relationships/image" Target="/ppt/media/image4.png" Id="R2bb11f14531b4c83" /><Relationship Type="http://schemas.openxmlformats.org/officeDocument/2006/relationships/image" Target="/ppt/media/image.svg" Id="R02649776d1654bd6"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8589a03b9ac44073" /><Relationship Type="http://schemas.openxmlformats.org/officeDocument/2006/relationships/image" Target="/ppt/media/image4.png" Id="R9963a0b5032c4109" /><Relationship Type="http://schemas.openxmlformats.org/officeDocument/2006/relationships/image" Target="/ppt/media/image.svg" Id="R38041938428c435b"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7ebc9a67c05a4c96" /><Relationship Type="http://schemas.openxmlformats.org/officeDocument/2006/relationships/image" Target="/ppt/media/image4.png" Id="Rf5a4aaa4d17a414d" /><Relationship Type="http://schemas.openxmlformats.org/officeDocument/2006/relationships/image" Target="/ppt/media/image.svg" Id="R01b5d824655e472e"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39f4e8c41cbe47cd" /><Relationship Type="http://schemas.openxmlformats.org/officeDocument/2006/relationships/image" Target="/ppt/media/image4.png" Id="R7ce28dfe61b14248" /><Relationship Type="http://schemas.openxmlformats.org/officeDocument/2006/relationships/image" Target="/ppt/media/image.svg" Id="Rbac109a2a4fe4184"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ddc540ebb78c47dc" /><Relationship Type="http://schemas.openxmlformats.org/officeDocument/2006/relationships/image" Target="/ppt/media/image4.png" Id="R9d912079c3b0421d" /><Relationship Type="http://schemas.openxmlformats.org/officeDocument/2006/relationships/image" Target="/ppt/media/image.svg" Id="Ra21655462f114b40"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c1839df44c774e35" /><Relationship Type="http://schemas.openxmlformats.org/officeDocument/2006/relationships/image" Target="/ppt/media/image4.png" Id="Rf93f7072ad9a42db" /><Relationship Type="http://schemas.openxmlformats.org/officeDocument/2006/relationships/image" Target="/ppt/media/image.svg" Id="R94d91257d0414b9a"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a3d9e7111cb24ad5"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10f03675e85f4a07" /><Relationship Type="http://schemas.openxmlformats.org/officeDocument/2006/relationships/image" Target="/ppt/media/image4.png" Id="Rd96fdc8b3e154df3" /><Relationship Type="http://schemas.openxmlformats.org/officeDocument/2006/relationships/image" Target="/ppt/media/image.svg" Id="Ref7e351249b14138"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02afd3d339584a7c" /><Relationship Type="http://schemas.openxmlformats.org/officeDocument/2006/relationships/image" Target="/ppt/media/image4.png" Id="R75ca12cccc374513" /><Relationship Type="http://schemas.openxmlformats.org/officeDocument/2006/relationships/image" Target="/ppt/media/image.svg" Id="R42c155012c0d4671"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45c9ba7980344c0f" /><Relationship Type="http://schemas.openxmlformats.org/officeDocument/2006/relationships/image" Target="/ppt/media/image4.png" Id="Rf0360d5da9034e2e" /><Relationship Type="http://schemas.openxmlformats.org/officeDocument/2006/relationships/image" Target="/ppt/media/image.svg" Id="Rec161ebd6dd043fb"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d2ed0ae3920d4c95" /><Relationship Type="http://schemas.openxmlformats.org/officeDocument/2006/relationships/image" Target="/ppt/media/image4.png" Id="Rf725992160ee45d3" /><Relationship Type="http://schemas.openxmlformats.org/officeDocument/2006/relationships/image" Target="/ppt/media/image.svg" Id="R1cbe7a4165164bf2"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d0a66431bdde49b3" /><Relationship Type="http://schemas.openxmlformats.org/officeDocument/2006/relationships/image" Target="/ppt/media/image18.png" Id="R8d5708fa18544877" /><Relationship Type="http://schemas.openxmlformats.org/officeDocument/2006/relationships/image" Target="/ppt/media/image19.png" Id="Rb6c799fee7c94c2f" /><Relationship Type="http://schemas.openxmlformats.org/officeDocument/2006/relationships/image" Target="/ppt/media/image20.png" Id="R1b4151a4ea1b49c2" /><Relationship Type="http://schemas.openxmlformats.org/officeDocument/2006/relationships/image" Target="/ppt/media/image4.png" Id="R683c0af164b148bd" /><Relationship Type="http://schemas.openxmlformats.org/officeDocument/2006/relationships/image" Target="/ppt/media/image.svg" Id="Rb0831fe635264dab"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857e5a366997423f" /><Relationship Type="http://schemas.openxmlformats.org/officeDocument/2006/relationships/image" Target="/ppt/media/image21.png" Id="Rafe345a587c84820" /><Relationship Type="http://schemas.openxmlformats.org/officeDocument/2006/relationships/image" Target="/ppt/media/image4.png" Id="R1e72dcca69ce4987" /><Relationship Type="http://schemas.openxmlformats.org/officeDocument/2006/relationships/image" Target="/ppt/media/image.svg" Id="R46330fa1f28e4233"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b525554e75434d0f" /><Relationship Type="http://schemas.openxmlformats.org/officeDocument/2006/relationships/image" Target="/ppt/media/image22.png" Id="Red9c16d33fa24401" /><Relationship Type="http://schemas.openxmlformats.org/officeDocument/2006/relationships/image" Target="/ppt/media/image4.png" Id="Ra8f888f21d6049fb" /><Relationship Type="http://schemas.openxmlformats.org/officeDocument/2006/relationships/image" Target="/ppt/media/image.svg" Id="Rd5e91c5b437b4655"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cf45ae7b7aa54f37" /><Relationship Type="http://schemas.openxmlformats.org/officeDocument/2006/relationships/image" Target="/ppt/media/image23.png" Id="R3901d0c20b604cf8" /><Relationship Type="http://schemas.openxmlformats.org/officeDocument/2006/relationships/image" Target="/ppt/media/image24.png" Id="R19efd40fa4a34e38" /><Relationship Type="http://schemas.openxmlformats.org/officeDocument/2006/relationships/image" Target="/ppt/media/image4.png" Id="R9cc782f845db4007" /><Relationship Type="http://schemas.openxmlformats.org/officeDocument/2006/relationships/image" Target="/ppt/media/image.svg" Id="Rb5c3f1c661de4582"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0fe2481b33af43ed" /><Relationship Type="http://schemas.openxmlformats.org/officeDocument/2006/relationships/image" Target="/ppt/media/image25.png" Id="R380c7803f0ed4513" /><Relationship Type="http://schemas.openxmlformats.org/officeDocument/2006/relationships/image" Target="/ppt/media/image26.png" Id="Rbfeb9983c2b547b4" /><Relationship Type="http://schemas.openxmlformats.org/officeDocument/2006/relationships/image" Target="/ppt/media/image27.png" Id="R4bf9cba2e6e94a47" /><Relationship Type="http://schemas.openxmlformats.org/officeDocument/2006/relationships/image" Target="/ppt/media/image4.png" Id="Re24ec61a844e44ff" /><Relationship Type="http://schemas.openxmlformats.org/officeDocument/2006/relationships/image" Target="/ppt/media/image.svg" Id="R43f4252c372d4532"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xml" Id="R82d81a0f1fed4c26" /><Relationship Type="http://schemas.openxmlformats.org/officeDocument/2006/relationships/image" Target="/ppt/media/image28.png" Id="R99b1405661c64bea" /><Relationship Type="http://schemas.openxmlformats.org/officeDocument/2006/relationships/image" Target="/ppt/media/image29.png" Id="R77e89a6cd8d74d2c" /><Relationship Type="http://schemas.openxmlformats.org/officeDocument/2006/relationships/image" Target="/ppt/media/image30.png" Id="Rdf7d5ce4be434d82" /><Relationship Type="http://schemas.openxmlformats.org/officeDocument/2006/relationships/image" Target="/ppt/media/image31.png" Id="R3dc54245122746d0" /><Relationship Type="http://schemas.openxmlformats.org/officeDocument/2006/relationships/image" Target="/ppt/media/image32.png" Id="R2231a062b02642b2" /><Relationship Type="http://schemas.openxmlformats.org/officeDocument/2006/relationships/image" Target="/ppt/media/image33.png" Id="R78c1f811192b4724" /><Relationship Type="http://schemas.openxmlformats.org/officeDocument/2006/relationships/image" Target="/ppt/media/image4.png" Id="R4eac63b136274caa" /><Relationship Type="http://schemas.openxmlformats.org/officeDocument/2006/relationships/image" Target="/ppt/media/image.svg" Id="R1a929083c3674718"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xml" Id="R97e1424945774a2e" /><Relationship Type="http://schemas.openxmlformats.org/officeDocument/2006/relationships/image" Target="/ppt/media/image34.png" Id="Rf42a48ebade2446d" /><Relationship Type="http://schemas.openxmlformats.org/officeDocument/2006/relationships/image" Target="/ppt/media/image35.png" Id="R5a209134a7fa4e9a" /><Relationship Type="http://schemas.openxmlformats.org/officeDocument/2006/relationships/image" Target="/ppt/media/image4.png" Id="Rb24408315eab4014" /><Relationship Type="http://schemas.openxmlformats.org/officeDocument/2006/relationships/image" Target="/ppt/media/image.svg" Id="R22eac88d6b7445ed"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xml" Id="R819e4e2f74344c3c" /><Relationship Type="http://schemas.openxmlformats.org/officeDocument/2006/relationships/image" Target="/ppt/media/image36.png" Id="R39bd99deffeb4f85" /><Relationship Type="http://schemas.openxmlformats.org/officeDocument/2006/relationships/image" Target="/ppt/media/image37.png" Id="R586bc53605e64d53" /><Relationship Type="http://schemas.openxmlformats.org/officeDocument/2006/relationships/image" Target="/ppt/media/image38.png" Id="Ra4cc4f4951be445c" /><Relationship Type="http://schemas.openxmlformats.org/officeDocument/2006/relationships/image" Target="/ppt/media/image27.png" Id="R4ad4989d44de47b3" /><Relationship Type="http://schemas.openxmlformats.org/officeDocument/2006/relationships/image" Target="/ppt/media/image4.png" Id="Rd6ac58fca0284c60" /><Relationship Type="http://schemas.openxmlformats.org/officeDocument/2006/relationships/image" Target="/ppt/media/image.svg" Id="R063f0558dbfd4fb8" /></Relationships>
</file>

<file path=ppt/slideLayouts/slideLayout1.xml><?xml version="1.0" encoding="utf-8"?>
<p:sldLayout xmlns:p="http://schemas.openxmlformats.org/presentationml/2006/main" userDrawn="1">
  <p:cSld name="Dividers">
    <p:bg>
      <p:bgPr>
        <a:blipFill xmlns:a="http://schemas.openxmlformats.org/drawingml/2006/main" rotWithShape="1">
          <a:blip xmlns:r="http://schemas.openxmlformats.org/officeDocument/2006/relationships" r:embed="R0e7dbfb487c44fd2">
            <a:lum/>
          </a:blip>
          <a:srcRect l="0" t="0" r="0" b="0"/>
          <a:stretch>
            <a:fillRect l="0" t="0" r="0" b="0"/>
          </a:stretch>
        </a:blipFill>
      </p:bgPr>
    </p:bg>
    <p:spTree>
      <p:nvGrpSpPr>
        <p:cNvPr id="1" name=""/>
        <p:cNvGrpSpPr/>
        <p:nvPr/>
      </p:nvGrpSpPr>
      <p:grpSpPr>
        <a:xfrm xmlns:a="http://schemas.openxmlformats.org/drawingml/2006/main"/>
      </p:grpSpPr>
      <p:pic>
        <p:nvPicPr>
          <p:cNvPr id="8" name="Picture 19"/>
          <p:cNvPicPr>
            <a:picLocks xmlns:a="http://schemas.openxmlformats.org/drawingml/2006/main" noChangeAspect="1"/>
          </p:cNvPicPr>
          <p:nvPr/>
        </p:nvPicPr>
        <p:blipFill>
          <a:blip xmlns:r="http://schemas.openxmlformats.org/officeDocument/2006/relationships" xmlns:a="http://schemas.openxmlformats.org/drawingml/2006/main" r:embed="R3a409c0b57204672"/>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0B5A7C90-3AF3-3BE7-814F-F55EC7EC7DC8}"/>
              </a:ext>
            </a:extLst>
          </p:cNvPr>
          <p:cNvSpPr>
            <a:spLocks xmlns:a="http://schemas.openxmlformats.org/drawingml/2006/main" noGrp="1"/>
          </p:cNvSpPr>
          <p:nvPr>
            <p:ph type="ctrTitle" idx="0" hasCustomPrompt="1"/>
          </p:nvPr>
        </p:nvSpPr>
        <p:spPr>
          <a:xfrm xmlns:a="http://schemas.openxmlformats.org/drawingml/2006/main">
            <a:off x="1171866" y="1983744"/>
            <a:ext cx="5437734" cy="972267"/>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a:buNone/>
              <a:defRPr sz="3200" b="0" i="0" cap="none" baseline="0">
                <a:solidFill>
                  <a:schemeClr val="accent6"/>
                </a:solidFill>
                <a:latin typeface="Georgia"/>
                <a:ea typeface="Georgia"/>
                <a:cs typeface="Georgia"/>
              </a:defRPr>
            </a:lvl1pPr>
          </a:lstStyle>
          <a:p xmlns:a="http://schemas.openxmlformats.org/drawingml/2006/main">
            <a:r>
              <a:t>Click to edit presentation title</a:t>
            </a:r>
          </a:p>
        </p:txBody>
      </p:sp>
      <p:sp>
        <p:nvSpPr>
          <p:cNvPr id="4" name="Straight Connector 3">
            <a:extLst xmlns:a="http://schemas.openxmlformats.org/drawingml/2006/main">
              <a:ext uri="{FF2B5EF4-FFF2-40B4-BE49-F238E27FC236}">
                <a16:creationId xmlns:a16="http://schemas.microsoft.com/office/drawing/2014/main" id="{167046DE-6CF6-4694-96E5-959B1F36EE5C}"/>
              </a:ext>
            </a:extLst>
          </p:cNvPr>
          <p:cNvSpPr>
            <a:spLocks xmlns:a="http://schemas.openxmlformats.org/drawingml/2006/main" noGrp="1"/>
          </p:cNvSpPr>
          <p:nvPr/>
        </p:nvSpPr>
        <p:spPr>
          <a:xfrm xmlns:a="http://schemas.openxmlformats.org/drawingml/2006/main">
            <a:off x="1159166" y="1706283"/>
            <a:ext cx="5450434" cy="0"/>
          </a:xfrm>
          <a:prstGeom xmlns:a="http://schemas.openxmlformats.org/drawingml/2006/main" prst="line">
            <a:avLst/>
          </a:prstGeom>
          <a:ln xmlns:a="http://schemas.openxmlformats.org/drawingml/2006/main" w="6350">
            <a:solidFill>
              <a:schemeClr val="accent5"/>
            </a:solidFill>
          </a:ln>
        </p:spPr>
        <p:style>
          <a:lnRef xmlns:a="http://schemas.openxmlformats.org/drawingml/2006/main" idx="1">
            <a:schemeClr val="accent6"/>
          </a:lnRef>
          <a:fillRef xmlns:a="http://schemas.openxmlformats.org/drawingml/2006/main" idx="0">
            <a:schemeClr val="accent6"/>
          </a:fillRef>
          <a:effectRef xmlns:a="http://schemas.openxmlformats.org/drawingml/2006/main" idx="0">
            <a:schemeClr val="accent6"/>
          </a:effectRef>
          <a:fontRef xmlns:a="http://schemas.openxmlformats.org/drawingml/2006/main" idx="minor">
            <a:schemeClr val="tx1"/>
          </a:fontRef>
        </p:style>
      </p:sp>
      <p:sp>
        <p:nvSpPr>
          <p:cNvPr id="6" name="Text Placeholder 4">
            <a:extLst xmlns:a="http://schemas.openxmlformats.org/drawingml/2006/main">
              <a:ext uri="{FF2B5EF4-FFF2-40B4-BE49-F238E27FC236}">
                <a16:creationId xmlns:a16="http://schemas.microsoft.com/office/drawing/2014/main" id="{8C76F9B9-A4A8-560E-FB7E-64819BE3859C}"/>
              </a:ext>
            </a:extLst>
          </p:cNvPr>
          <p:cNvSpPr>
            <a:spLocks xmlns:a="http://schemas.openxmlformats.org/drawingml/2006/main" noGrp="1"/>
          </p:cNvSpPr>
          <p:nvPr>
            <p:ph type="body" idx="14" hasCustomPrompt="1"/>
          </p:nvPr>
        </p:nvSpPr>
        <p:spPr>
          <a:xfrm xmlns:a="http://schemas.openxmlformats.org/drawingml/2006/main">
            <a:off x="1159165" y="3053470"/>
            <a:ext cx="5451680" cy="1370475"/>
          </a:xfrm>
          <a:prstGeom xmlns:a="http://schemas.openxmlformats.org/drawingml/2006/main" prst="rect">
            <a:avLst/>
          </a:prstGeom>
        </p:spPr>
        <p:txBody>
          <a:bodyPr xmlns:a="http://schemas.openxmlformats.org/drawingml/2006/main" lIns="0" tIns="0" rIns="0" bIns="0" anchor="t"/>
          <a:lstStyle xmlns:a="http://schemas.openxmlformats.org/drawingml/2006/main">
            <a:lvl1pPr marL="0" indent="0">
              <a:spcAft>
                <a:spcPts val="0"/>
              </a:spcAft>
              <a:buNone/>
              <a:defRPr sz="1200" b="1">
                <a:solidFill>
                  <a:schemeClr val="accent5"/>
                </a:solidFill>
              </a:defRPr>
            </a:lvl1pPr>
            <a:lvl2pPr>
              <a:spcAft>
                <a:spcPts val="0"/>
              </a:spcAft>
              <a:buNone/>
              <a:defRPr b="1">
                <a:solidFill>
                  <a:schemeClr val="accent5"/>
                </a:solidFill>
              </a:defRPr>
            </a:lvl2pPr>
            <a:lvl3pPr>
              <a:spcAft>
                <a:spcPts val="0"/>
              </a:spcAft>
              <a:buNone/>
              <a:defRPr>
                <a:solidFill>
                  <a:schemeClr val="accent5"/>
                </a:solidFill>
              </a:defRPr>
            </a:lvl3pPr>
            <a:lvl4pPr marL="0" indent="0">
              <a:buFontTx/>
              <a:buNone/>
              <a:defRPr b="1">
                <a:solidFill>
                  <a:schemeClr val="accent5"/>
                </a:solidFill>
              </a:defRPr>
            </a:lvl4pPr>
            <a:lvl5pPr marL="91440" indent="0">
              <a:buFontTx/>
              <a:buNone/>
              <a:defRPr b="1">
                <a:solidFill>
                  <a:schemeClr val="accent5"/>
                </a:solidFill>
              </a:defRPr>
            </a:lvl5pPr>
            <a:lvl6pPr marL="182880" indent="0">
              <a:buFontTx/>
              <a:buNone/>
              <a:defRPr b="1">
                <a:solidFill>
                  <a:schemeClr val="accent5"/>
                </a:solidFill>
              </a:defRPr>
            </a:lvl6pPr>
            <a:lvl7pPr marL="0" indent="0">
              <a:buFontTx/>
              <a:buNone/>
              <a:defRPr b="1">
                <a:solidFill>
                  <a:schemeClr val="accent5"/>
                </a:solidFill>
              </a:defRPr>
            </a:lvl7pPr>
            <a:lvl8pPr marL="137160" indent="0">
              <a:buFontTx/>
              <a:buNone/>
              <a:defRPr b="1">
                <a:solidFill>
                  <a:schemeClr val="accent5"/>
                </a:solidFill>
              </a:defRPr>
            </a:lvl8pPr>
            <a:lvl9pPr>
              <a:buNone/>
              <a:defRPr sz="1200">
                <a:solidFill>
                  <a:schemeClr val="accent5"/>
                </a:solidFill>
              </a:defRPr>
            </a:lvl9pPr>
          </a:lstStyle>
          <a:p xmlns:a="http://schemas.openxmlformats.org/drawingml/2006/main">
            <a:pPr lvl="0">
              <a:buNone/>
            </a:pPr>
            <a:r>
              <a:t>Subtitle and additional info</a:t>
            </a:r>
          </a:p>
          <a:p xmlns:a="http://schemas.openxmlformats.org/drawingml/2006/main">
            <a:pPr lvl="0">
              <a:buNone/>
            </a:pPr>
            <a:endParaRPr/>
          </a:p>
        </p:txBody>
      </p:sp>
    </p:spTree>
  </p:cSld>
</p:sldLayout>
</file>

<file path=ppt/slideLayouts/slideLayout2.xml><?xml version="1.0" encoding="utf-8"?>
<p:sldLayout xmlns:p="http://schemas.openxmlformats.org/presentationml/2006/main" userDrawn="1">
  <p:cSld name="1_Cover_10_image">
    <p:bg>
      <p:bgPr>
        <a:blipFill xmlns:a="http://schemas.openxmlformats.org/drawingml/2006/main" rotWithShape="1">
          <a:blip xmlns:r="http://schemas.openxmlformats.org/officeDocument/2006/relationships" r:embed="R418232aab86e47f7">
            <a:lum/>
          </a:blip>
          <a:srcRect l="0" t="0" r="0" b="0"/>
          <a:stretch>
            <a:fillRect l="0" t="0" r="0" b="0"/>
          </a:stretch>
        </a:blip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E66CA80F-3EE9-038C-9FC4-304CED7B182A}"/>
              </a:ext>
            </a:extLst>
          </p:cNvPr>
          <p:cNvSpPr>
            <a:spLocks xmlns:a="http://schemas.openxmlformats.org/drawingml/2006/main" noGrp="1"/>
          </p:cNvSpPr>
          <p:nvPr/>
        </p:nvSpPr>
        <p:spPr>
          <a:xfrm xmlns:a="http://schemas.openxmlformats.org/drawingml/2006/main">
            <a:off x="457200" y="962866"/>
            <a:ext cx="8229600" cy="3427551"/>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800"/>
          </a:p>
        </p:txBody>
      </p:sp>
      <p:sp>
        <p:nvSpPr>
          <p:cNvPr id="5" name="Footer Placeholder 2">
            <a:extLst xmlns:a="http://schemas.openxmlformats.org/drawingml/2006/main">
              <a:ext uri="{FF2B5EF4-FFF2-40B4-BE49-F238E27FC236}">
                <a16:creationId xmlns:a16="http://schemas.microsoft.com/office/drawing/2014/main" id="{8B9C43A8-DD49-0AEB-52CA-03522E9DC554}"/>
              </a:ext>
            </a:extLst>
          </p:cNvPr>
          <p:cNvSpPr>
            <a:spLocks xmlns:a="http://schemas.openxmlformats.org/drawingml/2006/main" noGrp="1"/>
          </p:cNvSpPr>
          <p:nvPr>
            <p:ph type="ftr" idx="20"/>
          </p:nvPr>
        </p:nvSpPr>
        <p:spPr>
          <a:xfrm xmlns:a="http://schemas.openxmlformats.org/drawingml/2006/main">
            <a:off x="866202" y="4859338"/>
            <a:ext cx="3572447" cy="117760"/>
          </a:xfrm>
        </p:spPr>
        <p:txBody>
          <a:bodyPr xmlns:a="http://schemas.openxmlformats.org/drawingml/2006/main"/>
          <a:lstStyle xmlns:a="http://schemas.openxmlformats.org/drawingml/2006/main">
            <a:lvl1pPr algn="l">
              <a:buNone/>
              <a:defRPr>
                <a:solidFill>
                  <a:schemeClr val="bg1"/>
                </a:solidFill>
              </a:defRPr>
            </a:lvl1pPr>
            <a:lvl2pPr algn="l">
              <a:buNone/>
              <a:defRPr>
                <a:solidFill>
                  <a:schemeClr val="bg1"/>
                </a:solidFill>
              </a:defRPr>
            </a:lvl2pPr>
            <a:lvl3pPr algn="l">
              <a:buNone/>
              <a:defRPr>
                <a:solidFill>
                  <a:schemeClr val="bg1"/>
                </a:solidFill>
              </a:defRPr>
            </a:lvl3pPr>
            <a:lvl4pPr algn="l">
              <a:buNone/>
              <a:defRPr>
                <a:solidFill>
                  <a:schemeClr val="bg1"/>
                </a:solidFill>
              </a:defRPr>
            </a:lvl4pPr>
            <a:lvl5pPr algn="l">
              <a:buNone/>
              <a:defRPr>
                <a:solidFill>
                  <a:schemeClr val="bg1"/>
                </a:solidFill>
              </a:defRPr>
            </a:lvl5pPr>
            <a:lvl6pPr algn="l">
              <a:buNone/>
              <a:defRPr>
                <a:solidFill>
                  <a:schemeClr val="bg1"/>
                </a:solidFill>
              </a:defRPr>
            </a:lvl6pPr>
            <a:lvl7pPr algn="l">
              <a:buNone/>
              <a:defRPr>
                <a:solidFill>
                  <a:schemeClr val="bg1"/>
                </a:solidFill>
              </a:defRPr>
            </a:lvl7pPr>
            <a:lvl8pPr algn="l">
              <a:buNone/>
              <a:defRPr>
                <a:solidFill>
                  <a:schemeClr val="bg1"/>
                </a:solidFill>
              </a:defRPr>
            </a:lvl8pPr>
            <a:lvl9pPr algn="l">
              <a:buNone/>
              <a:defRPr>
                <a:solidFill>
                  <a:schemeClr val="bg1"/>
                </a:solidFill>
              </a:defRPr>
            </a:lvl9pPr>
          </a:lstStyle>
          <a:p xmlns:a="http://schemas.openxmlformats.org/drawingml/2006/main">
            <a:r>
              <a:t>Member FINRA/SIPC</a:t>
            </a:r>
            <a:endParaRPr/>
          </a:p>
        </p:txBody>
      </p:sp>
      <p:sp>
        <p:nvSpPr>
          <p:cNvPr id="7" name="Title 1">
            <a:extLst xmlns:a="http://schemas.openxmlformats.org/drawingml/2006/main">
              <a:ext uri="{FF2B5EF4-FFF2-40B4-BE49-F238E27FC236}">
                <a16:creationId xmlns:a16="http://schemas.microsoft.com/office/drawing/2014/main" id="{009DF776-EB45-BBAB-E5AB-B728167BE78C}"/>
              </a:ext>
            </a:extLst>
          </p:cNvPr>
          <p:cNvSpPr>
            <a:spLocks xmlns:a="http://schemas.openxmlformats.org/drawingml/2006/main" noGrp="1"/>
          </p:cNvSpPr>
          <p:nvPr>
            <p:ph type="ctrTitle" idx="0" hasCustomPrompt="1"/>
          </p:nvPr>
        </p:nvSpPr>
        <p:spPr>
          <a:xfrm xmlns:a="http://schemas.openxmlformats.org/drawingml/2006/main">
            <a:off x="866203" y="1244600"/>
            <a:ext cx="5553451" cy="1766567"/>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a:buNone/>
              <a:defRPr sz="3200" b="0" i="0" cap="none" baseline="0">
                <a:solidFill>
                  <a:schemeClr val="accent6"/>
                </a:solidFill>
                <a:latin typeface="Georgia"/>
                <a:ea typeface="Georgia"/>
                <a:cs typeface="Georgia"/>
              </a:defRPr>
            </a:lvl1pPr>
          </a:lstStyle>
          <a:p xmlns:a="http://schemas.openxmlformats.org/drawingml/2006/main">
            <a:r>
              <a:t>Click to edit presentation title</a:t>
            </a:r>
          </a:p>
        </p:txBody>
      </p:sp>
      <p:sp>
        <p:nvSpPr>
          <p:cNvPr id="8" name="Straight Connector 7">
            <a:extLst xmlns:a="http://schemas.openxmlformats.org/drawingml/2006/main">
              <a:ext uri="{FF2B5EF4-FFF2-40B4-BE49-F238E27FC236}">
                <a16:creationId xmlns:a16="http://schemas.microsoft.com/office/drawing/2014/main" id="{F233A9C6-0289-4C21-BBBC-374F80B22EA2}"/>
              </a:ext>
            </a:extLst>
          </p:cNvPr>
          <p:cNvSpPr>
            <a:spLocks xmlns:a="http://schemas.openxmlformats.org/drawingml/2006/main" noGrp="1"/>
          </p:cNvSpPr>
          <p:nvPr/>
        </p:nvSpPr>
        <p:spPr>
          <a:xfrm xmlns:a="http://schemas.openxmlformats.org/drawingml/2006/main">
            <a:off x="866203" y="3135688"/>
            <a:ext cx="5553451" cy="0"/>
          </a:xfrm>
          <a:prstGeom xmlns:a="http://schemas.openxmlformats.org/drawingml/2006/main" prst="line">
            <a:avLst/>
          </a:prstGeom>
          <a:ln xmlns:a="http://schemas.openxmlformats.org/drawingml/2006/main" w="6350">
            <a:solidFill>
              <a:schemeClr val="accent5"/>
            </a:solidFill>
          </a:ln>
        </p:spPr>
        <p:style>
          <a:lnRef xmlns:a="http://schemas.openxmlformats.org/drawingml/2006/main" idx="1">
            <a:schemeClr val="accent6"/>
          </a:lnRef>
          <a:fillRef xmlns:a="http://schemas.openxmlformats.org/drawingml/2006/main" idx="0">
            <a:schemeClr val="accent6"/>
          </a:fillRef>
          <a:effectRef xmlns:a="http://schemas.openxmlformats.org/drawingml/2006/main" idx="0">
            <a:schemeClr val="accent6"/>
          </a:effectRef>
          <a:fontRef xmlns:a="http://schemas.openxmlformats.org/drawingml/2006/main" idx="minor">
            <a:schemeClr val="tx1"/>
          </a:fontRef>
        </p:style>
      </p:sp>
      <p:sp>
        <p:nvSpPr>
          <p:cNvPr id="9" name="Text Placeholder 4">
            <a:extLst xmlns:a="http://schemas.openxmlformats.org/drawingml/2006/main">
              <a:ext uri="{FF2B5EF4-FFF2-40B4-BE49-F238E27FC236}">
                <a16:creationId xmlns:a16="http://schemas.microsoft.com/office/drawing/2014/main" id="{6AE7D742-C76F-FC62-BC40-F2B917A409D6}"/>
              </a:ext>
            </a:extLst>
          </p:cNvPr>
          <p:cNvSpPr>
            <a:spLocks xmlns:a="http://schemas.openxmlformats.org/drawingml/2006/main" noGrp="1"/>
          </p:cNvSpPr>
          <p:nvPr>
            <p:ph type="body" idx="21" hasCustomPrompt="1"/>
          </p:nvPr>
        </p:nvSpPr>
        <p:spPr>
          <a:xfrm xmlns:a="http://schemas.openxmlformats.org/drawingml/2006/main">
            <a:off x="866202" y="3260210"/>
            <a:ext cx="5553451" cy="796936"/>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Subtitle and additional info</a:t>
            </a:r>
          </a:p>
        </p:txBody>
      </p:sp>
      <p:pic>
        <p:nvPicPr>
          <p:cNvPr id="18" name="Picture 1"/>
          <p:cNvPicPr>
            <a:picLocks xmlns:a="http://schemas.openxmlformats.org/drawingml/2006/main" noChangeAspect="1"/>
          </p:cNvPicPr>
          <p:nvPr/>
        </p:nvPicPr>
        <p:blipFill>
          <a:blip xmlns:r="http://schemas.openxmlformats.org/officeDocument/2006/relationships" xmlns:a="http://schemas.openxmlformats.org/drawingml/2006/main" r:embed="R8da8cba167c24f0d">
            <a:extLst>
              <a:ext uri="{96DAC541-7B7A-43D3-8B79-37D633B846F1}">
                <asvg:svgBlip xmlns:asvg="http://schemas.microsoft.com/office/drawing/2016/SVG/main" r:embed="Rcf1fb4d7fc284845"/>
              </a:ext>
            </a:extLst>
          </a:blip>
          <a:srcRect xmlns:a="http://schemas.openxmlformats.org/drawingml/2006/main" l="0" t="0" r="0" b="0"/>
          <a:stretch xmlns:a="http://schemas.openxmlformats.org/drawingml/2006/main"/>
        </p:blipFill>
        <p:spPr>
          <a:xfrm xmlns:a="http://schemas.openxmlformats.org/drawingml/2006/main">
            <a:off x="463451" y="346075"/>
            <a:ext cx="1416830" cy="179915"/>
          </a:xfrm>
          <a:prstGeom xmlns:a="http://schemas.openxmlformats.org/drawingml/2006/main" prst="rect">
            <a:avLst/>
          </a:prstGeom>
        </p:spPr>
      </p:pic>
    </p:spTree>
  </p:cSld>
</p:sldLayout>
</file>

<file path=ppt/slideLayouts/slideLayout3.xml><?xml version="1.0" encoding="utf-8"?>
<p:sldLayout xmlns:p="http://schemas.openxmlformats.org/presentationml/2006/main" userDrawn="1">
  <p:cSld name="Cover_1">
    <p:bg>
      <p:bgPr>
        <a:blipFill xmlns:a="http://schemas.openxmlformats.org/drawingml/2006/main" rotWithShape="1">
          <a:blip xmlns:r="http://schemas.openxmlformats.org/officeDocument/2006/relationships" r:embed="Rf4515e72b09b4e9e">
            <a:lum/>
          </a:blip>
          <a:srcRect l="0" t="0" r="0" b="0"/>
          <a:stretch>
            <a:fillRect l="0" t="0" r="0" b="0"/>
          </a:stretch>
        </a:blipFill>
      </p:bgPr>
    </p:bg>
    <p:spTree>
      <p:nvGrpSpPr>
        <p:cNvPr id="1" name=""/>
        <p:cNvGrpSpPr/>
        <p:nvPr/>
      </p:nvGrpSpPr>
      <p:grpSpPr>
        <a:xfrm xmlns:a="http://schemas.openxmlformats.org/drawingml/2006/main"/>
      </p:grpSpPr>
      <p:sp>
        <p:nvSpPr>
          <p:cNvPr id="14" name="Title 1">
            <a:extLst xmlns:a="http://schemas.openxmlformats.org/drawingml/2006/main">
              <a:ext uri="{FF2B5EF4-FFF2-40B4-BE49-F238E27FC236}">
                <a16:creationId xmlns:a16="http://schemas.microsoft.com/office/drawing/2014/main" id="{E6BA9320-CBE5-4632-9040-9DD5E45B5C3C}"/>
              </a:ext>
            </a:extLst>
          </p:cNvPr>
          <p:cNvSpPr>
            <a:spLocks xmlns:a="http://schemas.openxmlformats.org/drawingml/2006/main" noGrp="1"/>
          </p:cNvSpPr>
          <p:nvPr>
            <p:ph type="ctrTitle" idx="0" hasCustomPrompt="1"/>
          </p:nvPr>
        </p:nvSpPr>
        <p:spPr>
          <a:xfrm xmlns:a="http://schemas.openxmlformats.org/drawingml/2006/main">
            <a:off x="1171867" y="2039063"/>
            <a:ext cx="4622508" cy="97226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buNone/>
              <a:defRPr sz="3200" b="0" i="0" cap="none" baseline="0">
                <a:solidFill>
                  <a:schemeClr val="accent5"/>
                </a:solidFill>
                <a:latin typeface="Georgia"/>
                <a:ea typeface="Georgia"/>
                <a:cs typeface="Georgia"/>
              </a:defRPr>
            </a:lvl1pPr>
          </a:lstStyle>
          <a:p xmlns:a="http://schemas.openxmlformats.org/drawingml/2006/main">
            <a:r>
              <a:t>Click to edit presentation title</a:t>
            </a:r>
          </a:p>
        </p:txBody>
      </p:sp>
      <p:sp>
        <p:nvSpPr>
          <p:cNvPr id="18" name="Text Placeholder 4">
            <a:extLst xmlns:a="http://schemas.openxmlformats.org/drawingml/2006/main">
              <a:ext uri="{FF2B5EF4-FFF2-40B4-BE49-F238E27FC236}">
                <a16:creationId xmlns:a16="http://schemas.microsoft.com/office/drawing/2014/main" id="{70DFB273-7FD0-4E4B-8098-2055BBFE0F75}"/>
              </a:ext>
            </a:extLst>
          </p:cNvPr>
          <p:cNvSpPr>
            <a:spLocks xmlns:a="http://schemas.openxmlformats.org/drawingml/2006/main" noGrp="1"/>
          </p:cNvSpPr>
          <p:nvPr>
            <p:ph type="body" idx="14" hasCustomPrompt="1"/>
          </p:nvPr>
        </p:nvSpPr>
        <p:spPr>
          <a:xfrm xmlns:a="http://schemas.openxmlformats.org/drawingml/2006/main">
            <a:off x="1159166" y="3105150"/>
            <a:ext cx="4622508" cy="972266"/>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6"/>
                </a:solidFill>
              </a:defRPr>
            </a:lvl1pPr>
            <a:lvl2pPr>
              <a:buNone/>
              <a:defRPr sz="1200" b="0">
                <a:solidFill>
                  <a:schemeClr val="accent6"/>
                </a:solidFill>
              </a:defRPr>
            </a:lvl2pPr>
            <a:lvl3pPr>
              <a:buNone/>
              <a:defRPr b="0">
                <a:solidFill>
                  <a:schemeClr val="accent6"/>
                </a:solidFill>
              </a:defRPr>
            </a:lvl3pPr>
            <a:lvl4pPr marL="0" indent="0">
              <a:buFontTx/>
              <a:buNone/>
              <a:defRPr b="0">
                <a:solidFill>
                  <a:schemeClr val="accent6"/>
                </a:solidFill>
              </a:defRPr>
            </a:lvl4pPr>
            <a:lvl5pPr marL="0" indent="0">
              <a:buFontTx/>
              <a:buNone/>
              <a:defRPr b="0">
                <a:solidFill>
                  <a:schemeClr val="accent6"/>
                </a:solidFill>
              </a:defRPr>
            </a:lvl5pPr>
            <a:lvl6pPr marL="0" indent="0">
              <a:buFontTx/>
              <a:buNone/>
              <a:defRPr b="0">
                <a:solidFill>
                  <a:schemeClr val="accent6"/>
                </a:solidFill>
              </a:defRPr>
            </a:lvl6pPr>
            <a:lvl7pPr marL="0" indent="0">
              <a:buFontTx/>
              <a:buNone/>
              <a:defRPr b="0">
                <a:solidFill>
                  <a:schemeClr val="accent6"/>
                </a:solidFill>
              </a:defRPr>
            </a:lvl7pPr>
            <a:lvl8pPr marL="0" indent="0">
              <a:buFontTx/>
              <a:buNone/>
              <a:defRPr b="0">
                <a:solidFill>
                  <a:schemeClr val="accent6"/>
                </a:solidFill>
              </a:defRPr>
            </a:lvl8pPr>
            <a:lvl9pPr>
              <a:buNone/>
              <a:defRPr sz="1200" b="0"/>
            </a:lvl9pPr>
          </a:lstStyle>
          <a:p xmlns:a="http://schemas.openxmlformats.org/drawingml/2006/main">
            <a:pPr lvl="0">
              <a:buNone/>
            </a:pPr>
            <a:r>
              <a:t>Subtitle and additional info</a:t>
            </a:r>
          </a:p>
        </p:txBody>
      </p:sp>
      <p:pic>
        <p:nvPicPr>
          <p:cNvPr id="22" name="Picture 1"/>
          <p:cNvPicPr>
            <a:picLocks xmlns:a="http://schemas.openxmlformats.org/drawingml/2006/main" noChangeAspect="1"/>
          </p:cNvPicPr>
          <p:nvPr/>
        </p:nvPicPr>
        <p:blipFill>
          <a:blip xmlns:r="http://schemas.openxmlformats.org/officeDocument/2006/relationships" xmlns:a="http://schemas.openxmlformats.org/drawingml/2006/main" r:embed="R7dc9811b9ff8470e">
            <a:extLst>
              <a:ext uri="{96DAC541-7B7A-43D3-8B79-37D633B846F1}">
                <asvg:svgBlip xmlns:asvg="http://schemas.microsoft.com/office/drawing/2016/SVG/main" r:embed="R981b02d4a16a4077"/>
              </a:ext>
            </a:extLst>
          </a:blip>
          <a:srcRect xmlns:a="http://schemas.openxmlformats.org/drawingml/2006/main" l="0" t="0" r="0" b="0"/>
          <a:stretch xmlns:a="http://schemas.openxmlformats.org/drawingml/2006/main"/>
        </p:blipFill>
        <p:spPr>
          <a:xfrm xmlns:a="http://schemas.openxmlformats.org/drawingml/2006/main">
            <a:off x="463451" y="346075"/>
            <a:ext cx="1416830" cy="179915"/>
          </a:xfrm>
          <a:prstGeom xmlns:a="http://schemas.openxmlformats.org/drawingml/2006/main" prst="rect">
            <a:avLst/>
          </a:prstGeom>
        </p:spPr>
      </p:pic>
      <p:sp>
        <p:nvSpPr>
          <p:cNvPr id="6" name="Straight Connector 5">
            <a:extLst xmlns:a="http://schemas.openxmlformats.org/drawingml/2006/main">
              <a:ext uri="{FF2B5EF4-FFF2-40B4-BE49-F238E27FC236}">
                <a16:creationId xmlns:a16="http://schemas.microsoft.com/office/drawing/2014/main" id="{7CABF328-3748-4958-B715-E2692F30DB1E}"/>
              </a:ext>
            </a:extLst>
          </p:cNvPr>
          <p:cNvSpPr>
            <a:spLocks xmlns:a="http://schemas.openxmlformats.org/drawingml/2006/main" noGrp="1"/>
          </p:cNvSpPr>
          <p:nvPr/>
        </p:nvSpPr>
        <p:spPr>
          <a:xfrm xmlns:a="http://schemas.openxmlformats.org/drawingml/2006/main">
            <a:off x="1159166" y="1833602"/>
            <a:ext cx="6845009" cy="0"/>
          </a:xfrm>
          <a:prstGeom xmlns:a="http://schemas.openxmlformats.org/drawingml/2006/main" prst="line">
            <a:avLst/>
          </a:prstGeom>
          <a:ln xmlns:a="http://schemas.openxmlformats.org/drawingml/2006/main" w="6350">
            <a:solidFill>
              <a:schemeClr val="accent5"/>
            </a:solidFill>
          </a:ln>
        </p:spPr>
        <p:style>
          <a:lnRef xmlns:a="http://schemas.openxmlformats.org/drawingml/2006/main" idx="1">
            <a:schemeClr val="accent6"/>
          </a:lnRef>
          <a:fillRef xmlns:a="http://schemas.openxmlformats.org/drawingml/2006/main" idx="0">
            <a:schemeClr val="accent6"/>
          </a:fillRef>
          <a:effectRef xmlns:a="http://schemas.openxmlformats.org/drawingml/2006/main" idx="0">
            <a:schemeClr val="accent6"/>
          </a:effectRef>
          <a:fontRef xmlns:a="http://schemas.openxmlformats.org/drawingml/2006/main" idx="minor">
            <a:schemeClr val="tx1"/>
          </a:fontRef>
        </p:style>
      </p:sp>
      <p:sp>
        <p:nvSpPr>
          <p:cNvPr id="5" name="Footer Placeholder 2">
            <a:extLst xmlns:a="http://schemas.openxmlformats.org/drawingml/2006/main">
              <a:ext uri="{FF2B5EF4-FFF2-40B4-BE49-F238E27FC236}">
                <a16:creationId xmlns:a16="http://schemas.microsoft.com/office/drawing/2014/main" id="{4992FBB5-42A8-832F-9ED9-C7296D088794}"/>
              </a:ext>
            </a:extLst>
          </p:cNvPr>
          <p:cNvSpPr>
            <a:spLocks xmlns:a="http://schemas.openxmlformats.org/drawingml/2006/main" noGrp="1"/>
          </p:cNvSpPr>
          <p:nvPr>
            <p:ph type="ftr" idx="19"/>
          </p:nvPr>
        </p:nvSpPr>
        <p:spPr>
          <a:xfrm xmlns:a="http://schemas.openxmlformats.org/drawingml/2006/main">
            <a:off x="1159165" y="4859338"/>
            <a:ext cx="4622507" cy="117760"/>
          </a:xfrm>
        </p:spPr>
        <p:txBody>
          <a:bodyPr xmlns:a="http://schemas.openxmlformats.org/drawingml/2006/main"/>
          <a:lstStyle xmlns:a="http://schemas.openxmlformats.org/drawingml/2006/main">
            <a:lvl1pPr algn="l">
              <a:buNone/>
              <a:defRPr>
                <a:solidFill>
                  <a:schemeClr val="bg1"/>
                </a:solidFill>
              </a:defRPr>
            </a:lvl1pPr>
            <a:lvl2pPr algn="l">
              <a:buNone/>
              <a:defRPr>
                <a:solidFill>
                  <a:schemeClr val="bg1"/>
                </a:solidFill>
              </a:defRPr>
            </a:lvl2pPr>
            <a:lvl3pPr algn="l">
              <a:buNone/>
              <a:defRPr>
                <a:solidFill>
                  <a:schemeClr val="bg1"/>
                </a:solidFill>
              </a:defRPr>
            </a:lvl3pPr>
            <a:lvl4pPr algn="l">
              <a:buNone/>
              <a:defRPr>
                <a:solidFill>
                  <a:schemeClr val="bg1"/>
                </a:solidFill>
              </a:defRPr>
            </a:lvl4pPr>
            <a:lvl5pPr algn="l">
              <a:buNone/>
              <a:defRPr>
                <a:solidFill>
                  <a:schemeClr val="bg1"/>
                </a:solidFill>
              </a:defRPr>
            </a:lvl5pPr>
            <a:lvl6pPr algn="l">
              <a:buNone/>
              <a:defRPr>
                <a:solidFill>
                  <a:schemeClr val="bg1"/>
                </a:solidFill>
              </a:defRPr>
            </a:lvl6pPr>
            <a:lvl7pPr algn="l">
              <a:buNone/>
              <a:defRPr>
                <a:solidFill>
                  <a:schemeClr val="bg1"/>
                </a:solidFill>
              </a:defRPr>
            </a:lvl7pPr>
            <a:lvl8pPr algn="l">
              <a:buNone/>
              <a:defRPr>
                <a:solidFill>
                  <a:schemeClr val="bg1"/>
                </a:solidFill>
              </a:defRPr>
            </a:lvl8pPr>
            <a:lvl9pPr algn="l">
              <a:buNone/>
              <a:defRPr>
                <a:solidFill>
                  <a:schemeClr val="bg1"/>
                </a:solidFill>
              </a:defRPr>
            </a:lvl9pPr>
          </a:lstStyle>
          <a:p xmlns:a="http://schemas.openxmlformats.org/drawingml/2006/main">
            <a:r>
              <a:t>Member FINRA/SIPC</a:t>
            </a:r>
            <a:endParaRPr/>
          </a:p>
        </p:txBody>
      </p:sp>
    </p:spTree>
  </p:cSld>
</p:sldLayout>
</file>

<file path=ppt/slideLayouts/slideLayout4.xml><?xml version="1.0" encoding="utf-8"?>
<p:sldLayout xmlns:p="http://schemas.openxmlformats.org/presentationml/2006/main" userDrawn="1">
  <p:cSld name="1_Cover_2">
    <p:bg>
      <p:bgPr>
        <a:blipFill xmlns:a="http://schemas.openxmlformats.org/drawingml/2006/main" rotWithShape="1">
          <a:blip xmlns:r="http://schemas.openxmlformats.org/officeDocument/2006/relationships" r:embed="R02f78abc40c74087">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FC5D1AC0-8637-D60D-4A96-7C8C897AFE1A}"/>
              </a:ext>
            </a:extLst>
          </p:cNvPr>
          <p:cNvSpPr>
            <a:spLocks xmlns:a="http://schemas.openxmlformats.org/drawingml/2006/main" noGrp="1"/>
          </p:cNvSpPr>
          <p:nvPr>
            <p:ph type="ctrTitle" idx="0" hasCustomPrompt="1"/>
          </p:nvPr>
        </p:nvSpPr>
        <p:spPr>
          <a:xfrm xmlns:a="http://schemas.openxmlformats.org/drawingml/2006/main">
            <a:off x="712479" y="2178037"/>
            <a:ext cx="4956824" cy="1442988"/>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buNone/>
              <a:defRPr sz="3200" b="0" i="0" cap="none" baseline="0">
                <a:solidFill>
                  <a:schemeClr val="accent5"/>
                </a:solidFill>
                <a:latin typeface="Georgia"/>
                <a:ea typeface="Georgia"/>
                <a:cs typeface="Georgia"/>
              </a:defRPr>
            </a:lvl1pPr>
          </a:lstStyle>
          <a:p xmlns:a="http://schemas.openxmlformats.org/drawingml/2006/main">
            <a:r>
              <a:t>Click to edit presentation title</a:t>
            </a:r>
            <a:br/>
            <a:r>
              <a:t>for thee lines</a:t>
            </a:r>
          </a:p>
        </p:txBody>
      </p:sp>
      <p:sp>
        <p:nvSpPr>
          <p:cNvPr id="4" name="Text Placeholder 4">
            <a:extLst xmlns:a="http://schemas.openxmlformats.org/drawingml/2006/main">
              <a:ext uri="{FF2B5EF4-FFF2-40B4-BE49-F238E27FC236}">
                <a16:creationId xmlns:a16="http://schemas.microsoft.com/office/drawing/2014/main" id="{AB7415E2-C121-BC54-074C-5D536A3C0FC7}"/>
              </a:ext>
            </a:extLst>
          </p:cNvPr>
          <p:cNvSpPr>
            <a:spLocks xmlns:a="http://schemas.openxmlformats.org/drawingml/2006/main" noGrp="1"/>
          </p:cNvSpPr>
          <p:nvPr>
            <p:ph type="body" idx="14" hasCustomPrompt="1"/>
          </p:nvPr>
        </p:nvSpPr>
        <p:spPr>
          <a:xfrm xmlns:a="http://schemas.openxmlformats.org/drawingml/2006/main">
            <a:off x="712479" y="1265055"/>
            <a:ext cx="2089490" cy="697391"/>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Subtitle and additional info</a:t>
            </a:r>
          </a:p>
        </p:txBody>
      </p:sp>
      <p:sp>
        <p:nvSpPr>
          <p:cNvPr id="7" name="Footer Placeholder 2">
            <a:extLst xmlns:a="http://schemas.openxmlformats.org/drawingml/2006/main">
              <a:ext uri="{FF2B5EF4-FFF2-40B4-BE49-F238E27FC236}">
                <a16:creationId xmlns:a16="http://schemas.microsoft.com/office/drawing/2014/main" id="{D38CBEC2-22E3-5F34-8B45-EBF71BA3861A}"/>
              </a:ext>
            </a:extLst>
          </p:cNvPr>
          <p:cNvSpPr>
            <a:spLocks xmlns:a="http://schemas.openxmlformats.org/drawingml/2006/main" noGrp="1"/>
          </p:cNvSpPr>
          <p:nvPr>
            <p:ph type="ftr" idx="19"/>
          </p:nvPr>
        </p:nvSpPr>
        <p:spPr>
          <a:xfrm xmlns:a="http://schemas.openxmlformats.org/drawingml/2006/main">
            <a:off x="728656" y="4701159"/>
            <a:ext cx="3572446" cy="129536"/>
          </a:xfrm>
        </p:spPr>
        <p:txBody>
          <a:bodyPr xmlns:a="http://schemas.openxmlformats.org/drawingml/2006/main"/>
          <a:lstStyle xmlns:a="http://schemas.openxmlformats.org/drawingml/2006/main">
            <a:lvl1pPr algn="l">
              <a:buNone/>
              <a:defRPr>
                <a:solidFill>
                  <a:schemeClr val="tx1"/>
                </a:solidFill>
              </a:defRPr>
            </a:lvl1pPr>
            <a:lvl2pPr algn="l">
              <a:buNone/>
              <a:defRPr>
                <a:solidFill>
                  <a:schemeClr val="bg1"/>
                </a:solidFill>
              </a:defRPr>
            </a:lvl2pPr>
            <a:lvl3pPr algn="l">
              <a:buNone/>
              <a:defRPr>
                <a:solidFill>
                  <a:schemeClr val="bg1"/>
                </a:solidFill>
              </a:defRPr>
            </a:lvl3pPr>
            <a:lvl4pPr algn="l">
              <a:buNone/>
              <a:defRPr>
                <a:solidFill>
                  <a:schemeClr val="bg1"/>
                </a:solidFill>
              </a:defRPr>
            </a:lvl4pPr>
            <a:lvl5pPr algn="l">
              <a:buNone/>
              <a:defRPr>
                <a:solidFill>
                  <a:schemeClr val="bg1"/>
                </a:solidFill>
              </a:defRPr>
            </a:lvl5pPr>
            <a:lvl6pPr algn="l">
              <a:buNone/>
              <a:defRPr>
                <a:solidFill>
                  <a:schemeClr val="bg1"/>
                </a:solidFill>
              </a:defRPr>
            </a:lvl6pPr>
            <a:lvl7pPr algn="l">
              <a:buNone/>
              <a:defRPr>
                <a:solidFill>
                  <a:schemeClr val="bg1"/>
                </a:solidFill>
              </a:defRPr>
            </a:lvl7pPr>
            <a:lvl8pPr algn="l">
              <a:buNone/>
              <a:defRPr>
                <a:solidFill>
                  <a:schemeClr val="bg1"/>
                </a:solidFill>
              </a:defRPr>
            </a:lvl8pPr>
            <a:lvl9pPr algn="l">
              <a:buNone/>
              <a:defRPr>
                <a:solidFill>
                  <a:schemeClr val="bg1"/>
                </a:solidFill>
              </a:defRPr>
            </a:lvl9pPr>
          </a:lstStyle>
          <a:p xmlns:a="http://schemas.openxmlformats.org/drawingml/2006/main">
            <a:r>
              <a:t>Member FINRA/SIPC</a:t>
            </a:r>
            <a:endParaRPr>
              <a:solidFill>
                <a:schemeClr val="tx1"/>
              </a:solidFill>
            </a:endParaRPr>
          </a:p>
        </p:txBody>
      </p:sp>
      <p:pic>
        <p:nvPicPr>
          <p:cNvPr id="15" name="Picture 1"/>
          <p:cNvPicPr>
            <a:picLocks xmlns:a="http://schemas.openxmlformats.org/drawingml/2006/main" noChangeAspect="1"/>
          </p:cNvPicPr>
          <p:nvPr/>
        </p:nvPicPr>
        <p:blipFill>
          <a:blip xmlns:r="http://schemas.openxmlformats.org/officeDocument/2006/relationships" xmlns:a="http://schemas.openxmlformats.org/drawingml/2006/main" r:embed="Rea720eecb43743e3">
            <a:extLst>
              <a:ext uri="{96DAC541-7B7A-43D3-8B79-37D633B846F1}">
                <asvg:svgBlip xmlns:asvg="http://schemas.microsoft.com/office/drawing/2016/SVG/main" r:embed="R6bc201803bb84060"/>
              </a:ext>
            </a:extLst>
          </a:blip>
          <a:srcRect xmlns:a="http://schemas.openxmlformats.org/drawingml/2006/main" l="0" t="0" r="0" b="0"/>
          <a:stretch xmlns:a="http://schemas.openxmlformats.org/drawingml/2006/main"/>
        </p:blipFill>
        <p:spPr>
          <a:xfrm xmlns:a="http://schemas.openxmlformats.org/drawingml/2006/main">
            <a:off x="463451" y="346075"/>
            <a:ext cx="1828336" cy="232170"/>
          </a:xfrm>
          <a:prstGeom xmlns:a="http://schemas.openxmlformats.org/drawingml/2006/main" prst="rect">
            <a:avLst/>
          </a:prstGeom>
        </p:spPr>
      </p:pic>
      <p:sp>
        <p:nvSpPr>
          <p:cNvPr id="2" name="TextBox 1">
            <a:extLst xmlns:a="http://schemas.openxmlformats.org/drawingml/2006/main">
              <a:ext uri="{FF2B5EF4-FFF2-40B4-BE49-F238E27FC236}">
                <a16:creationId xmlns:a16="http://schemas.microsoft.com/office/drawing/2014/main" id="{737627E1-E22B-A1B3-206C-4491ADE4275A}"/>
              </a:ext>
            </a:extLst>
          </p:cNvPr>
          <p:cNvSpPr>
            <a:spLocks xmlns:a="http://schemas.openxmlformats.org/drawingml/2006/main" noGrp="1"/>
          </p:cNvSpPr>
          <p:nvPr/>
        </p:nvSpPr>
        <p:spPr>
          <a:xfrm xmlns:a="http://schemas.openxmlformats.org/drawingml/2006/main">
            <a:off x="2400300" y="3859823"/>
            <a:ext cx="0" cy="0"/>
          </a:xfrm>
          <a:prstGeom xmlns:a="http://schemas.openxmlformats.org/drawingml/2006/main" prst="rect">
            <a:avLst/>
          </a:prstGeom>
        </p:spPr>
        <p:txBody>
          <a:bodyPr xmlns:a="http://schemas.openxmlformats.org/drawingml/2006/main" vert="horz" wrap="none" lIns="0" tIns="0" rIns="0" bIns="0">
            <a:noAutofit/>
          </a:bodyPr>
          <a:lstStyle xmlns:a="http://schemas.openxmlformats.org/drawingml/2006/main"/>
          <a:p xmlns:a="http://schemas.openxmlformats.org/drawingml/2006/main">
            <a:pPr marL="0" indent="0" algn="l">
              <a:spcBef>
                <a:spcPts val="0"/>
              </a:spcBef>
              <a:spcAft>
                <a:spcPts val="600"/>
              </a:spcAft>
              <a:buFontTx/>
              <a:buNone/>
            </a:pPr>
            <a:endParaRPr sz="1200" b="0" i="0">
              <a:solidFill>
                <a:schemeClr val="tx1"/>
              </a:solidFill>
              <a:latin typeface="Tenorite"/>
              <a:ea typeface="Tenorite"/>
              <a:cs typeface="Tenorite"/>
            </a:endParaRPr>
          </a:p>
        </p:txBody>
      </p:sp>
      <p:sp>
        <p:nvSpPr>
          <p:cNvPr id="8" name="Text Placeholder 4">
            <a:extLst xmlns:a="http://schemas.openxmlformats.org/drawingml/2006/main">
              <a:ext uri="{FF2B5EF4-FFF2-40B4-BE49-F238E27FC236}">
                <a16:creationId xmlns:a16="http://schemas.microsoft.com/office/drawing/2014/main" id="{119D06FF-1884-C62E-95EB-89D37C0D0944}"/>
              </a:ext>
            </a:extLst>
          </p:cNvPr>
          <p:cNvSpPr>
            <a:spLocks xmlns:a="http://schemas.openxmlformats.org/drawingml/2006/main" noGrp="1"/>
          </p:cNvSpPr>
          <p:nvPr>
            <p:ph type="body" idx="20" hasCustomPrompt="1"/>
          </p:nvPr>
        </p:nvSpPr>
        <p:spPr>
          <a:xfrm xmlns:a="http://schemas.openxmlformats.org/drawingml/2006/main">
            <a:off x="726993" y="4381663"/>
            <a:ext cx="2089490" cy="179915"/>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Date here xx/xx/</a:t>
            </a:r>
            <a:r>
              <a:t>xxxx</a:t>
            </a:r>
            <a:endParaRPr/>
          </a:p>
        </p:txBody>
      </p:sp>
      <p:sp>
        <p:nvSpPr>
          <p:cNvPr id="10" name="Rectangle 9">
            <a:extLst xmlns:a="http://schemas.openxmlformats.org/drawingml/2006/main">
              <a:ext uri="{FF2B5EF4-FFF2-40B4-BE49-F238E27FC236}">
                <a16:creationId xmlns:a16="http://schemas.microsoft.com/office/drawing/2014/main" id="{129B55F6-77C5-EFC4-86FB-359ECE2D3492}"/>
              </a:ext>
            </a:extLst>
          </p:cNvPr>
          <p:cNvSpPr>
            <a:spLocks xmlns:a="http://schemas.openxmlformats.org/drawingml/2006/main" noGrp="1"/>
          </p:cNvSpPr>
          <p:nvPr/>
        </p:nvSpPr>
        <p:spPr>
          <a:xfrm xmlns:a="http://schemas.openxmlformats.org/drawingml/2006/main" flipV="1">
            <a:off x="715254" y="4619634"/>
            <a:ext cx="5169277" cy="89366"/>
          </a:xfrm>
          <a:prstGeom xmlns:a="http://schemas.openxmlformats.org/drawingml/2006/main" prst="rect">
            <a:avLst/>
          </a:prstGeom>
          <a:solidFill xmlns:a="http://schemas.openxmlformats.org/drawingml/2006/main">
            <a:schemeClr val="accent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800">
              <a:ln>
                <a:solidFill>
                  <a:sysClr val="windowText" lastClr="000000"/>
                </a:solidFill>
              </a:ln>
            </a:endParaRPr>
          </a:p>
        </p:txBody>
      </p:sp>
    </p:spTree>
  </p:cSld>
</p:sldLayout>
</file>

<file path=ppt/slideLayouts/slideLayout5.xml><?xml version="1.0" encoding="utf-8"?>
<p:sldLayout xmlns:p="http://schemas.openxmlformats.org/presentationml/2006/main" preserve="1" userDrawn="1">
  <p:cSld name="1_Cover_1">
    <p:bg>
      <p:bgPr>
        <a:blipFill xmlns:a="http://schemas.openxmlformats.org/drawingml/2006/main" rotWithShape="1">
          <a:blip xmlns:r="http://schemas.openxmlformats.org/officeDocument/2006/relationships" r:embed="R9b4d77b573af4fe4">
            <a:lum/>
          </a:blip>
          <a:srcRect l="0" t="0" r="0" b="0"/>
          <a:stretch>
            <a:fillRect l="0" t="0" r="0" b="0"/>
          </a:stretch>
        </a:blipFill>
      </p:bgPr>
    </p:bg>
    <p:spTree>
      <p:nvGrpSpPr>
        <p:cNvPr id="1" name=""/>
        <p:cNvGrpSpPr/>
        <p:nvPr/>
      </p:nvGrpSpPr>
      <p:grpSpPr>
        <a:xfrm xmlns:a="http://schemas.openxmlformats.org/drawingml/2006/main"/>
      </p:grpSpPr>
      <p:sp>
        <p:nvSpPr>
          <p:cNvPr id="14" name="Title 1">
            <a:extLst xmlns:a="http://schemas.openxmlformats.org/drawingml/2006/main">
              <a:ext uri="{FF2B5EF4-FFF2-40B4-BE49-F238E27FC236}">
                <a16:creationId xmlns:a16="http://schemas.microsoft.com/office/drawing/2014/main" id="{8B309308-584E-4D24-A215-3ED196EA5655}"/>
              </a:ext>
            </a:extLst>
          </p:cNvPr>
          <p:cNvSpPr>
            <a:spLocks xmlns:a="http://schemas.openxmlformats.org/drawingml/2006/main" noGrp="1"/>
          </p:cNvSpPr>
          <p:nvPr>
            <p:ph type="ctrTitle" idx="0" hasCustomPrompt="1"/>
          </p:nvPr>
        </p:nvSpPr>
        <p:spPr>
          <a:xfrm xmlns:a="http://schemas.openxmlformats.org/drawingml/2006/main">
            <a:off x="1171867" y="2039063"/>
            <a:ext cx="4622508" cy="97226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buNone/>
              <a:defRPr sz="3200" b="0" i="0" cap="none" baseline="0">
                <a:solidFill>
                  <a:schemeClr val="accent5"/>
                </a:solidFill>
                <a:latin typeface="Georgia"/>
                <a:ea typeface="Georgia"/>
                <a:cs typeface="Georgia"/>
              </a:defRPr>
            </a:lvl1pPr>
          </a:lstStyle>
          <a:p xmlns:a="http://schemas.openxmlformats.org/drawingml/2006/main">
            <a:r>
              <a:t>Click to edit presentation title</a:t>
            </a:r>
          </a:p>
        </p:txBody>
      </p:sp>
      <p:sp>
        <p:nvSpPr>
          <p:cNvPr id="18" name="Text Placeholder 4">
            <a:extLst xmlns:a="http://schemas.openxmlformats.org/drawingml/2006/main">
              <a:ext uri="{FF2B5EF4-FFF2-40B4-BE49-F238E27FC236}">
                <a16:creationId xmlns:a16="http://schemas.microsoft.com/office/drawing/2014/main" id="{70DFB273-7FD0-4E4B-8098-2055BBFE0F75}"/>
              </a:ext>
            </a:extLst>
          </p:cNvPr>
          <p:cNvSpPr>
            <a:spLocks xmlns:a="http://schemas.openxmlformats.org/drawingml/2006/main" noGrp="1"/>
          </p:cNvSpPr>
          <p:nvPr>
            <p:ph type="body" idx="14" hasCustomPrompt="1"/>
          </p:nvPr>
        </p:nvSpPr>
        <p:spPr>
          <a:xfrm xmlns:a="http://schemas.openxmlformats.org/drawingml/2006/main">
            <a:off x="1159166" y="3105150"/>
            <a:ext cx="4622508" cy="972266"/>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6"/>
                </a:solidFill>
              </a:defRPr>
            </a:lvl1pPr>
            <a:lvl2pPr>
              <a:buNone/>
              <a:defRPr sz="1200" b="0">
                <a:solidFill>
                  <a:schemeClr val="accent6"/>
                </a:solidFill>
              </a:defRPr>
            </a:lvl2pPr>
            <a:lvl3pPr>
              <a:buNone/>
              <a:defRPr b="0">
                <a:solidFill>
                  <a:schemeClr val="accent6"/>
                </a:solidFill>
              </a:defRPr>
            </a:lvl3pPr>
            <a:lvl4pPr marL="0" indent="0">
              <a:buFontTx/>
              <a:buNone/>
              <a:defRPr b="0">
                <a:solidFill>
                  <a:schemeClr val="accent6"/>
                </a:solidFill>
              </a:defRPr>
            </a:lvl4pPr>
            <a:lvl5pPr marL="0" indent="0">
              <a:buFontTx/>
              <a:buNone/>
              <a:defRPr b="0">
                <a:solidFill>
                  <a:schemeClr val="accent6"/>
                </a:solidFill>
              </a:defRPr>
            </a:lvl5pPr>
            <a:lvl6pPr marL="0" indent="0">
              <a:buFontTx/>
              <a:buNone/>
              <a:defRPr b="0">
                <a:solidFill>
                  <a:schemeClr val="accent6"/>
                </a:solidFill>
              </a:defRPr>
            </a:lvl6pPr>
            <a:lvl7pPr marL="0" indent="0">
              <a:buFontTx/>
              <a:buNone/>
              <a:defRPr b="0">
                <a:solidFill>
                  <a:schemeClr val="accent6"/>
                </a:solidFill>
              </a:defRPr>
            </a:lvl7pPr>
            <a:lvl8pPr marL="0" indent="0">
              <a:buFontTx/>
              <a:buNone/>
              <a:defRPr b="0">
                <a:solidFill>
                  <a:schemeClr val="accent6"/>
                </a:solidFill>
              </a:defRPr>
            </a:lvl8pPr>
            <a:lvl9pPr>
              <a:buNone/>
              <a:defRPr sz="1200" b="0"/>
            </a:lvl9pPr>
          </a:lstStyle>
          <a:p xmlns:a="http://schemas.openxmlformats.org/drawingml/2006/main">
            <a:pPr lvl="0">
              <a:buNone/>
            </a:pPr>
            <a:r>
              <a:t>Subtitle and additional info</a:t>
            </a:r>
          </a:p>
        </p:txBody>
      </p:sp>
      <p:pic>
        <p:nvPicPr>
          <p:cNvPr id="22" name="Picture 1"/>
          <p:cNvPicPr>
            <a:picLocks xmlns:a="http://schemas.openxmlformats.org/drawingml/2006/main" noChangeAspect="1"/>
          </p:cNvPicPr>
          <p:nvPr/>
        </p:nvPicPr>
        <p:blipFill>
          <a:blip xmlns:r="http://schemas.openxmlformats.org/officeDocument/2006/relationships" xmlns:a="http://schemas.openxmlformats.org/drawingml/2006/main" r:embed="Rc1dec9774c244f5b">
            <a:extLst>
              <a:ext uri="{96DAC541-7B7A-43D3-8B79-37D633B846F1}">
                <asvg:svgBlip xmlns:asvg="http://schemas.microsoft.com/office/drawing/2016/SVG/main" r:embed="R3a17d26d95e24f87"/>
              </a:ext>
            </a:extLst>
          </a:blip>
          <a:srcRect xmlns:a="http://schemas.openxmlformats.org/drawingml/2006/main" l="0" t="0" r="0" b="0"/>
          <a:stretch xmlns:a="http://schemas.openxmlformats.org/drawingml/2006/main"/>
        </p:blipFill>
        <p:spPr>
          <a:xfrm xmlns:a="http://schemas.openxmlformats.org/drawingml/2006/main">
            <a:off x="463451" y="346075"/>
            <a:ext cx="1416830" cy="179915"/>
          </a:xfrm>
          <a:prstGeom xmlns:a="http://schemas.openxmlformats.org/drawingml/2006/main" prst="rect">
            <a:avLst/>
          </a:prstGeom>
        </p:spPr>
      </p:pic>
      <p:sp>
        <p:nvSpPr>
          <p:cNvPr id="6" name="Straight Connector 5">
            <a:extLst xmlns:a="http://schemas.openxmlformats.org/drawingml/2006/main">
              <a:ext uri="{FF2B5EF4-FFF2-40B4-BE49-F238E27FC236}">
                <a16:creationId xmlns:a16="http://schemas.microsoft.com/office/drawing/2014/main" id="{7320DEFD-6749-40CC-ACE2-16893A2CCBFC}"/>
              </a:ext>
            </a:extLst>
          </p:cNvPr>
          <p:cNvSpPr>
            <a:spLocks xmlns:a="http://schemas.openxmlformats.org/drawingml/2006/main" noGrp="1"/>
          </p:cNvSpPr>
          <p:nvPr/>
        </p:nvSpPr>
        <p:spPr>
          <a:xfrm xmlns:a="http://schemas.openxmlformats.org/drawingml/2006/main">
            <a:off x="1159166" y="1833602"/>
            <a:ext cx="6845009" cy="0"/>
          </a:xfrm>
          <a:prstGeom xmlns:a="http://schemas.openxmlformats.org/drawingml/2006/main" prst="line">
            <a:avLst/>
          </a:prstGeom>
          <a:ln xmlns:a="http://schemas.openxmlformats.org/drawingml/2006/main" w="6350">
            <a:solidFill>
              <a:schemeClr val="accent5"/>
            </a:solidFill>
          </a:ln>
        </p:spPr>
        <p:style>
          <a:lnRef xmlns:a="http://schemas.openxmlformats.org/drawingml/2006/main" idx="1">
            <a:schemeClr val="accent6"/>
          </a:lnRef>
          <a:fillRef xmlns:a="http://schemas.openxmlformats.org/drawingml/2006/main" idx="0">
            <a:schemeClr val="accent6"/>
          </a:fillRef>
          <a:effectRef xmlns:a="http://schemas.openxmlformats.org/drawingml/2006/main" idx="0">
            <a:schemeClr val="accent6"/>
          </a:effectRef>
          <a:fontRef xmlns:a="http://schemas.openxmlformats.org/drawingml/2006/main" idx="minor">
            <a:schemeClr val="tx1"/>
          </a:fontRef>
        </p:style>
      </p:sp>
      <p:sp>
        <p:nvSpPr>
          <p:cNvPr id="5" name="Footer Placeholder 2">
            <a:extLst xmlns:a="http://schemas.openxmlformats.org/drawingml/2006/main">
              <a:ext uri="{FF2B5EF4-FFF2-40B4-BE49-F238E27FC236}">
                <a16:creationId xmlns:a16="http://schemas.microsoft.com/office/drawing/2014/main" id="{4992FBB5-42A8-832F-9ED9-C7296D088794}"/>
              </a:ext>
            </a:extLst>
          </p:cNvPr>
          <p:cNvSpPr>
            <a:spLocks xmlns:a="http://schemas.openxmlformats.org/drawingml/2006/main" noGrp="1"/>
          </p:cNvSpPr>
          <p:nvPr>
            <p:ph type="ftr" idx="19"/>
          </p:nvPr>
        </p:nvSpPr>
        <p:spPr>
          <a:xfrm xmlns:a="http://schemas.openxmlformats.org/drawingml/2006/main">
            <a:off x="1159165" y="4859338"/>
            <a:ext cx="4622507" cy="117760"/>
          </a:xfrm>
        </p:spPr>
        <p:txBody>
          <a:bodyPr xmlns:a="http://schemas.openxmlformats.org/drawingml/2006/main"/>
          <a:lstStyle xmlns:a="http://schemas.openxmlformats.org/drawingml/2006/main">
            <a:lvl1pPr algn="l">
              <a:buNone/>
              <a:defRPr>
                <a:solidFill>
                  <a:schemeClr val="bg1"/>
                </a:solidFill>
              </a:defRPr>
            </a:lvl1pPr>
            <a:lvl2pPr algn="l">
              <a:buNone/>
              <a:defRPr>
                <a:solidFill>
                  <a:schemeClr val="bg1"/>
                </a:solidFill>
              </a:defRPr>
            </a:lvl2pPr>
            <a:lvl3pPr algn="l">
              <a:buNone/>
              <a:defRPr>
                <a:solidFill>
                  <a:schemeClr val="bg1"/>
                </a:solidFill>
              </a:defRPr>
            </a:lvl3pPr>
            <a:lvl4pPr algn="l">
              <a:buNone/>
              <a:defRPr>
                <a:solidFill>
                  <a:schemeClr val="bg1"/>
                </a:solidFill>
              </a:defRPr>
            </a:lvl4pPr>
            <a:lvl5pPr algn="l">
              <a:buNone/>
              <a:defRPr>
                <a:solidFill>
                  <a:schemeClr val="bg1"/>
                </a:solidFill>
              </a:defRPr>
            </a:lvl5pPr>
            <a:lvl6pPr algn="l">
              <a:buNone/>
              <a:defRPr>
                <a:solidFill>
                  <a:schemeClr val="bg1"/>
                </a:solidFill>
              </a:defRPr>
            </a:lvl6pPr>
            <a:lvl7pPr algn="l">
              <a:buNone/>
              <a:defRPr>
                <a:solidFill>
                  <a:schemeClr val="bg1"/>
                </a:solidFill>
              </a:defRPr>
            </a:lvl7pPr>
            <a:lvl8pPr algn="l">
              <a:buNone/>
              <a:defRPr>
                <a:solidFill>
                  <a:schemeClr val="bg1"/>
                </a:solidFill>
              </a:defRPr>
            </a:lvl8pPr>
            <a:lvl9pPr algn="l">
              <a:buNone/>
              <a:defRPr>
                <a:solidFill>
                  <a:schemeClr val="bg1"/>
                </a:solidFill>
              </a:defRPr>
            </a:lvl9pPr>
          </a:lstStyle>
          <a:p xmlns:a="http://schemas.openxmlformats.org/drawingml/2006/main">
            <a:r>
              <a:t>Member FINRA/SIPC</a:t>
            </a:r>
            <a:endParaRPr/>
          </a:p>
        </p:txBody>
      </p:sp>
    </p:spTree>
  </p:cSld>
</p:sldLayout>
</file>

<file path=ppt/slideLayouts/slideLayout6.xml><?xml version="1.0" encoding="utf-8"?>
<p:sldLayout xmlns:p="http://schemas.openxmlformats.org/presentationml/2006/main" preserve="1" userDrawn="1">
  <p:cSld name="2_Cover_2">
    <p:bg>
      <p:bgPr>
        <a:blipFill xmlns:a="http://schemas.openxmlformats.org/drawingml/2006/main" rotWithShape="1">
          <a:blip xmlns:r="http://schemas.openxmlformats.org/officeDocument/2006/relationships" r:embed="R2bdfebfd39534d4e">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FC5D1AC0-8637-D60D-4A96-7C8C897AFE1A}"/>
              </a:ext>
            </a:extLst>
          </p:cNvPr>
          <p:cNvSpPr>
            <a:spLocks xmlns:a="http://schemas.openxmlformats.org/drawingml/2006/main" noGrp="1"/>
          </p:cNvSpPr>
          <p:nvPr>
            <p:ph type="ctrTitle" idx="0" hasCustomPrompt="1"/>
          </p:nvPr>
        </p:nvSpPr>
        <p:spPr>
          <a:xfrm xmlns:a="http://schemas.openxmlformats.org/drawingml/2006/main">
            <a:off x="712479" y="2178037"/>
            <a:ext cx="4956824" cy="1442988"/>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buNone/>
              <a:defRPr sz="3200" b="0" i="0" cap="none" baseline="0">
                <a:solidFill>
                  <a:schemeClr val="accent5"/>
                </a:solidFill>
                <a:latin typeface="Georgia"/>
                <a:ea typeface="Georgia"/>
                <a:cs typeface="Georgia"/>
              </a:defRPr>
            </a:lvl1pPr>
          </a:lstStyle>
          <a:p xmlns:a="http://schemas.openxmlformats.org/drawingml/2006/main">
            <a:r>
              <a:t>Click to edit presentation title</a:t>
            </a:r>
            <a:br/>
            <a:r>
              <a:t>for thee lines</a:t>
            </a:r>
          </a:p>
        </p:txBody>
      </p:sp>
      <p:sp>
        <p:nvSpPr>
          <p:cNvPr id="4" name="Text Placeholder 4">
            <a:extLst xmlns:a="http://schemas.openxmlformats.org/drawingml/2006/main">
              <a:ext uri="{FF2B5EF4-FFF2-40B4-BE49-F238E27FC236}">
                <a16:creationId xmlns:a16="http://schemas.microsoft.com/office/drawing/2014/main" id="{AB7415E2-C121-BC54-074C-5D536A3C0FC7}"/>
              </a:ext>
            </a:extLst>
          </p:cNvPr>
          <p:cNvSpPr>
            <a:spLocks xmlns:a="http://schemas.openxmlformats.org/drawingml/2006/main" noGrp="1"/>
          </p:cNvSpPr>
          <p:nvPr>
            <p:ph type="body" idx="14" hasCustomPrompt="1"/>
          </p:nvPr>
        </p:nvSpPr>
        <p:spPr>
          <a:xfrm xmlns:a="http://schemas.openxmlformats.org/drawingml/2006/main">
            <a:off x="712479" y="1265055"/>
            <a:ext cx="2089490" cy="697391"/>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Subtitle and additional info</a:t>
            </a:r>
          </a:p>
        </p:txBody>
      </p:sp>
      <p:sp>
        <p:nvSpPr>
          <p:cNvPr id="7" name="Footer Placeholder 2">
            <a:extLst xmlns:a="http://schemas.openxmlformats.org/drawingml/2006/main">
              <a:ext uri="{FF2B5EF4-FFF2-40B4-BE49-F238E27FC236}">
                <a16:creationId xmlns:a16="http://schemas.microsoft.com/office/drawing/2014/main" id="{D38CBEC2-22E3-5F34-8B45-EBF71BA3861A}"/>
              </a:ext>
            </a:extLst>
          </p:cNvPr>
          <p:cNvSpPr>
            <a:spLocks xmlns:a="http://schemas.openxmlformats.org/drawingml/2006/main" noGrp="1"/>
          </p:cNvSpPr>
          <p:nvPr>
            <p:ph type="ftr" idx="19"/>
          </p:nvPr>
        </p:nvSpPr>
        <p:spPr>
          <a:xfrm xmlns:a="http://schemas.openxmlformats.org/drawingml/2006/main">
            <a:off x="728656" y="4701159"/>
            <a:ext cx="3572446" cy="129536"/>
          </a:xfrm>
        </p:spPr>
        <p:txBody>
          <a:bodyPr xmlns:a="http://schemas.openxmlformats.org/drawingml/2006/main"/>
          <a:lstStyle xmlns:a="http://schemas.openxmlformats.org/drawingml/2006/main">
            <a:lvl1pPr algn="l">
              <a:buNone/>
              <a:defRPr>
                <a:solidFill>
                  <a:schemeClr val="tx1"/>
                </a:solidFill>
              </a:defRPr>
            </a:lvl1pPr>
            <a:lvl2pPr algn="l">
              <a:buNone/>
              <a:defRPr>
                <a:solidFill>
                  <a:schemeClr val="bg1"/>
                </a:solidFill>
              </a:defRPr>
            </a:lvl2pPr>
            <a:lvl3pPr algn="l">
              <a:buNone/>
              <a:defRPr>
                <a:solidFill>
                  <a:schemeClr val="bg1"/>
                </a:solidFill>
              </a:defRPr>
            </a:lvl3pPr>
            <a:lvl4pPr algn="l">
              <a:buNone/>
              <a:defRPr>
                <a:solidFill>
                  <a:schemeClr val="bg1"/>
                </a:solidFill>
              </a:defRPr>
            </a:lvl4pPr>
            <a:lvl5pPr algn="l">
              <a:buNone/>
              <a:defRPr>
                <a:solidFill>
                  <a:schemeClr val="bg1"/>
                </a:solidFill>
              </a:defRPr>
            </a:lvl5pPr>
            <a:lvl6pPr algn="l">
              <a:buNone/>
              <a:defRPr>
                <a:solidFill>
                  <a:schemeClr val="bg1"/>
                </a:solidFill>
              </a:defRPr>
            </a:lvl6pPr>
            <a:lvl7pPr algn="l">
              <a:buNone/>
              <a:defRPr>
                <a:solidFill>
                  <a:schemeClr val="bg1"/>
                </a:solidFill>
              </a:defRPr>
            </a:lvl7pPr>
            <a:lvl8pPr algn="l">
              <a:buNone/>
              <a:defRPr>
                <a:solidFill>
                  <a:schemeClr val="bg1"/>
                </a:solidFill>
              </a:defRPr>
            </a:lvl8pPr>
            <a:lvl9pPr algn="l">
              <a:buNone/>
              <a:defRPr>
                <a:solidFill>
                  <a:schemeClr val="bg1"/>
                </a:solidFill>
              </a:defRPr>
            </a:lvl9pPr>
          </a:lstStyle>
          <a:p xmlns:a="http://schemas.openxmlformats.org/drawingml/2006/main">
            <a:r>
              <a:t>Member FINRA/SIPC</a:t>
            </a:r>
            <a:endParaRPr>
              <a:solidFill>
                <a:schemeClr val="tx1"/>
              </a:solidFill>
            </a:endParaRPr>
          </a:p>
        </p:txBody>
      </p:sp>
      <p:pic>
        <p:nvPicPr>
          <p:cNvPr id="15" name="Picture 1"/>
          <p:cNvPicPr>
            <a:picLocks xmlns:a="http://schemas.openxmlformats.org/drawingml/2006/main" noChangeAspect="1"/>
          </p:cNvPicPr>
          <p:nvPr/>
        </p:nvPicPr>
        <p:blipFill>
          <a:blip xmlns:r="http://schemas.openxmlformats.org/officeDocument/2006/relationships" xmlns:a="http://schemas.openxmlformats.org/drawingml/2006/main" r:embed="R9618784340034900">
            <a:extLst>
              <a:ext uri="{96DAC541-7B7A-43D3-8B79-37D633B846F1}">
                <asvg:svgBlip xmlns:asvg="http://schemas.microsoft.com/office/drawing/2016/SVG/main" r:embed="R2dca4104581a43b2"/>
              </a:ext>
            </a:extLst>
          </a:blip>
          <a:srcRect xmlns:a="http://schemas.openxmlformats.org/drawingml/2006/main" l="0" t="0" r="0" b="0"/>
          <a:stretch xmlns:a="http://schemas.openxmlformats.org/drawingml/2006/main"/>
        </p:blipFill>
        <p:spPr>
          <a:xfrm xmlns:a="http://schemas.openxmlformats.org/drawingml/2006/main">
            <a:off x="463451" y="346075"/>
            <a:ext cx="1828336" cy="232170"/>
          </a:xfrm>
          <a:prstGeom xmlns:a="http://schemas.openxmlformats.org/drawingml/2006/main" prst="rect">
            <a:avLst/>
          </a:prstGeom>
        </p:spPr>
      </p:pic>
      <p:sp>
        <p:nvSpPr>
          <p:cNvPr id="2" name="TextBox 1">
            <a:extLst xmlns:a="http://schemas.openxmlformats.org/drawingml/2006/main">
              <a:ext uri="{FF2B5EF4-FFF2-40B4-BE49-F238E27FC236}">
                <a16:creationId xmlns:a16="http://schemas.microsoft.com/office/drawing/2014/main" id="{737627E1-E22B-A1B3-206C-4491ADE4275A}"/>
              </a:ext>
            </a:extLst>
          </p:cNvPr>
          <p:cNvSpPr>
            <a:spLocks xmlns:a="http://schemas.openxmlformats.org/drawingml/2006/main" noGrp="1"/>
          </p:cNvSpPr>
          <p:nvPr/>
        </p:nvSpPr>
        <p:spPr>
          <a:xfrm xmlns:a="http://schemas.openxmlformats.org/drawingml/2006/main">
            <a:off x="2400300" y="3859823"/>
            <a:ext cx="0" cy="0"/>
          </a:xfrm>
          <a:prstGeom xmlns:a="http://schemas.openxmlformats.org/drawingml/2006/main" prst="rect">
            <a:avLst/>
          </a:prstGeom>
        </p:spPr>
        <p:txBody>
          <a:bodyPr xmlns:a="http://schemas.openxmlformats.org/drawingml/2006/main" vert="horz" wrap="none" lIns="0" tIns="0" rIns="0" bIns="0">
            <a:noAutofit/>
          </a:bodyPr>
          <a:lstStyle xmlns:a="http://schemas.openxmlformats.org/drawingml/2006/main"/>
          <a:p xmlns:a="http://schemas.openxmlformats.org/drawingml/2006/main">
            <a:pPr marL="0" indent="0" algn="l">
              <a:spcBef>
                <a:spcPts val="0"/>
              </a:spcBef>
              <a:spcAft>
                <a:spcPts val="600"/>
              </a:spcAft>
              <a:buFontTx/>
              <a:buNone/>
            </a:pPr>
            <a:endParaRPr sz="1200" b="0" i="0">
              <a:solidFill>
                <a:schemeClr val="tx1"/>
              </a:solidFill>
              <a:latin typeface="Tenorite"/>
              <a:ea typeface="Tenorite"/>
              <a:cs typeface="Tenorite"/>
            </a:endParaRPr>
          </a:p>
        </p:txBody>
      </p:sp>
      <p:sp>
        <p:nvSpPr>
          <p:cNvPr id="8" name="Text Placeholder 4">
            <a:extLst xmlns:a="http://schemas.openxmlformats.org/drawingml/2006/main">
              <a:ext uri="{FF2B5EF4-FFF2-40B4-BE49-F238E27FC236}">
                <a16:creationId xmlns:a16="http://schemas.microsoft.com/office/drawing/2014/main" id="{119D06FF-1884-C62E-95EB-89D37C0D0944}"/>
              </a:ext>
            </a:extLst>
          </p:cNvPr>
          <p:cNvSpPr>
            <a:spLocks xmlns:a="http://schemas.openxmlformats.org/drawingml/2006/main" noGrp="1"/>
          </p:cNvSpPr>
          <p:nvPr>
            <p:ph type="body" idx="20" hasCustomPrompt="1"/>
          </p:nvPr>
        </p:nvSpPr>
        <p:spPr>
          <a:xfrm xmlns:a="http://schemas.openxmlformats.org/drawingml/2006/main">
            <a:off x="726993" y="4381663"/>
            <a:ext cx="2089490" cy="179915"/>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Date here xx/xx/</a:t>
            </a:r>
            <a:r>
              <a:t>xxxx</a:t>
            </a:r>
            <a:endParaRPr/>
          </a:p>
        </p:txBody>
      </p:sp>
      <p:sp>
        <p:nvSpPr>
          <p:cNvPr id="10" name="Rectangle 9">
            <a:extLst xmlns:a="http://schemas.openxmlformats.org/drawingml/2006/main">
              <a:ext uri="{FF2B5EF4-FFF2-40B4-BE49-F238E27FC236}">
                <a16:creationId xmlns:a16="http://schemas.microsoft.com/office/drawing/2014/main" id="{129B55F6-77C5-EFC4-86FB-359ECE2D3492}"/>
              </a:ext>
            </a:extLst>
          </p:cNvPr>
          <p:cNvSpPr>
            <a:spLocks xmlns:a="http://schemas.openxmlformats.org/drawingml/2006/main" noGrp="1"/>
          </p:cNvSpPr>
          <p:nvPr/>
        </p:nvSpPr>
        <p:spPr>
          <a:xfrm xmlns:a="http://schemas.openxmlformats.org/drawingml/2006/main" flipV="1">
            <a:off x="715254" y="4619634"/>
            <a:ext cx="5169277" cy="89366"/>
          </a:xfrm>
          <a:prstGeom xmlns:a="http://schemas.openxmlformats.org/drawingml/2006/main" prst="rect">
            <a:avLst/>
          </a:prstGeom>
          <a:solidFill xmlns:a="http://schemas.openxmlformats.org/drawingml/2006/main">
            <a:schemeClr val="accent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800">
              <a:ln>
                <a:solidFill>
                  <a:sysClr val="windowText" lastClr="000000"/>
                </a:solidFill>
              </a:ln>
            </a:endParaRPr>
          </a:p>
        </p:txBody>
      </p:sp>
    </p:spTree>
  </p:cSld>
</p:sldLayout>
</file>

<file path=ppt/slideLayouts/slideLayout7.xml><?xml version="1.0" encoding="utf-8"?>
<p:sldLayout xmlns:p="http://schemas.openxmlformats.org/presentationml/2006/main" preserve="1" userDrawn="1">
  <p:cSld name="3_Cover_2">
    <p:bg>
      <p:bgPr>
        <a:blipFill xmlns:a="http://schemas.openxmlformats.org/drawingml/2006/main" rotWithShape="1">
          <a:blip xmlns:r="http://schemas.openxmlformats.org/officeDocument/2006/relationships" r:embed="Red59fa74182944ae">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FC5D1AC0-8637-D60D-4A96-7C8C897AFE1A}"/>
              </a:ext>
            </a:extLst>
          </p:cNvPr>
          <p:cNvSpPr>
            <a:spLocks xmlns:a="http://schemas.openxmlformats.org/drawingml/2006/main" noGrp="1"/>
          </p:cNvSpPr>
          <p:nvPr>
            <p:ph type="ctrTitle" idx="0" hasCustomPrompt="1"/>
          </p:nvPr>
        </p:nvSpPr>
        <p:spPr>
          <a:xfrm xmlns:a="http://schemas.openxmlformats.org/drawingml/2006/main">
            <a:off x="712479" y="2178037"/>
            <a:ext cx="4956824" cy="1442988"/>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buNone/>
              <a:defRPr sz="3200" b="0" i="0" cap="none" baseline="0">
                <a:solidFill>
                  <a:schemeClr val="accent5"/>
                </a:solidFill>
                <a:latin typeface="Georgia"/>
                <a:ea typeface="Georgia"/>
                <a:cs typeface="Georgia"/>
              </a:defRPr>
            </a:lvl1pPr>
          </a:lstStyle>
          <a:p xmlns:a="http://schemas.openxmlformats.org/drawingml/2006/main">
            <a:r>
              <a:t>Click to edit presentation title</a:t>
            </a:r>
            <a:br/>
            <a:r>
              <a:t>for thee lines</a:t>
            </a:r>
          </a:p>
        </p:txBody>
      </p:sp>
      <p:sp>
        <p:nvSpPr>
          <p:cNvPr id="4" name="Text Placeholder 4">
            <a:extLst xmlns:a="http://schemas.openxmlformats.org/drawingml/2006/main">
              <a:ext uri="{FF2B5EF4-FFF2-40B4-BE49-F238E27FC236}">
                <a16:creationId xmlns:a16="http://schemas.microsoft.com/office/drawing/2014/main" id="{AB7415E2-C121-BC54-074C-5D536A3C0FC7}"/>
              </a:ext>
            </a:extLst>
          </p:cNvPr>
          <p:cNvSpPr>
            <a:spLocks xmlns:a="http://schemas.openxmlformats.org/drawingml/2006/main" noGrp="1"/>
          </p:cNvSpPr>
          <p:nvPr>
            <p:ph type="body" idx="14" hasCustomPrompt="1"/>
          </p:nvPr>
        </p:nvSpPr>
        <p:spPr>
          <a:xfrm xmlns:a="http://schemas.openxmlformats.org/drawingml/2006/main">
            <a:off x="712479" y="1265055"/>
            <a:ext cx="2089490" cy="697391"/>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Subtitle and additional info</a:t>
            </a:r>
          </a:p>
        </p:txBody>
      </p:sp>
      <p:sp>
        <p:nvSpPr>
          <p:cNvPr id="7" name="Footer Placeholder 2">
            <a:extLst xmlns:a="http://schemas.openxmlformats.org/drawingml/2006/main">
              <a:ext uri="{FF2B5EF4-FFF2-40B4-BE49-F238E27FC236}">
                <a16:creationId xmlns:a16="http://schemas.microsoft.com/office/drawing/2014/main" id="{D38CBEC2-22E3-5F34-8B45-EBF71BA3861A}"/>
              </a:ext>
            </a:extLst>
          </p:cNvPr>
          <p:cNvSpPr>
            <a:spLocks xmlns:a="http://schemas.openxmlformats.org/drawingml/2006/main" noGrp="1"/>
          </p:cNvSpPr>
          <p:nvPr>
            <p:ph type="ftr" idx="19"/>
          </p:nvPr>
        </p:nvSpPr>
        <p:spPr>
          <a:xfrm xmlns:a="http://schemas.openxmlformats.org/drawingml/2006/main">
            <a:off x="728656" y="4701159"/>
            <a:ext cx="3572446" cy="129536"/>
          </a:xfrm>
        </p:spPr>
        <p:txBody>
          <a:bodyPr xmlns:a="http://schemas.openxmlformats.org/drawingml/2006/main"/>
          <a:lstStyle xmlns:a="http://schemas.openxmlformats.org/drawingml/2006/main">
            <a:lvl1pPr algn="l">
              <a:buNone/>
              <a:defRPr>
                <a:solidFill>
                  <a:schemeClr val="tx1"/>
                </a:solidFill>
              </a:defRPr>
            </a:lvl1pPr>
            <a:lvl2pPr algn="l">
              <a:buNone/>
              <a:defRPr>
                <a:solidFill>
                  <a:schemeClr val="bg1"/>
                </a:solidFill>
              </a:defRPr>
            </a:lvl2pPr>
            <a:lvl3pPr algn="l">
              <a:buNone/>
              <a:defRPr>
                <a:solidFill>
                  <a:schemeClr val="bg1"/>
                </a:solidFill>
              </a:defRPr>
            </a:lvl3pPr>
            <a:lvl4pPr algn="l">
              <a:buNone/>
              <a:defRPr>
                <a:solidFill>
                  <a:schemeClr val="bg1"/>
                </a:solidFill>
              </a:defRPr>
            </a:lvl4pPr>
            <a:lvl5pPr algn="l">
              <a:buNone/>
              <a:defRPr>
                <a:solidFill>
                  <a:schemeClr val="bg1"/>
                </a:solidFill>
              </a:defRPr>
            </a:lvl5pPr>
            <a:lvl6pPr algn="l">
              <a:buNone/>
              <a:defRPr>
                <a:solidFill>
                  <a:schemeClr val="bg1"/>
                </a:solidFill>
              </a:defRPr>
            </a:lvl6pPr>
            <a:lvl7pPr algn="l">
              <a:buNone/>
              <a:defRPr>
                <a:solidFill>
                  <a:schemeClr val="bg1"/>
                </a:solidFill>
              </a:defRPr>
            </a:lvl7pPr>
            <a:lvl8pPr algn="l">
              <a:buNone/>
              <a:defRPr>
                <a:solidFill>
                  <a:schemeClr val="bg1"/>
                </a:solidFill>
              </a:defRPr>
            </a:lvl8pPr>
            <a:lvl9pPr algn="l">
              <a:buNone/>
              <a:defRPr>
                <a:solidFill>
                  <a:schemeClr val="bg1"/>
                </a:solidFill>
              </a:defRPr>
            </a:lvl9pPr>
          </a:lstStyle>
          <a:p xmlns:a="http://schemas.openxmlformats.org/drawingml/2006/main">
            <a:r>
              <a:t>Member FINRA/SIPC</a:t>
            </a:r>
            <a:endParaRPr>
              <a:solidFill>
                <a:schemeClr val="tx1"/>
              </a:solidFill>
            </a:endParaRPr>
          </a:p>
        </p:txBody>
      </p:sp>
      <p:pic>
        <p:nvPicPr>
          <p:cNvPr id="15" name="Picture 1"/>
          <p:cNvPicPr>
            <a:picLocks xmlns:a="http://schemas.openxmlformats.org/drawingml/2006/main" noChangeAspect="1"/>
          </p:cNvPicPr>
          <p:nvPr/>
        </p:nvPicPr>
        <p:blipFill>
          <a:blip xmlns:r="http://schemas.openxmlformats.org/officeDocument/2006/relationships" xmlns:a="http://schemas.openxmlformats.org/drawingml/2006/main" r:embed="Rcd4f6b968c344a0a">
            <a:extLst>
              <a:ext uri="{96DAC541-7B7A-43D3-8B79-37D633B846F1}">
                <asvg:svgBlip xmlns:asvg="http://schemas.microsoft.com/office/drawing/2016/SVG/main" r:embed="R022bbfe5d0fa4a80"/>
              </a:ext>
            </a:extLst>
          </a:blip>
          <a:srcRect xmlns:a="http://schemas.openxmlformats.org/drawingml/2006/main" l="0" t="0" r="0" b="0"/>
          <a:stretch xmlns:a="http://schemas.openxmlformats.org/drawingml/2006/main"/>
        </p:blipFill>
        <p:spPr>
          <a:xfrm xmlns:a="http://schemas.openxmlformats.org/drawingml/2006/main">
            <a:off x="463451" y="346075"/>
            <a:ext cx="1828336" cy="232170"/>
          </a:xfrm>
          <a:prstGeom xmlns:a="http://schemas.openxmlformats.org/drawingml/2006/main" prst="rect">
            <a:avLst/>
          </a:prstGeom>
        </p:spPr>
      </p:pic>
      <p:sp>
        <p:nvSpPr>
          <p:cNvPr id="2" name="TextBox 1">
            <a:extLst xmlns:a="http://schemas.openxmlformats.org/drawingml/2006/main">
              <a:ext uri="{FF2B5EF4-FFF2-40B4-BE49-F238E27FC236}">
                <a16:creationId xmlns:a16="http://schemas.microsoft.com/office/drawing/2014/main" id="{737627E1-E22B-A1B3-206C-4491ADE4275A}"/>
              </a:ext>
            </a:extLst>
          </p:cNvPr>
          <p:cNvSpPr>
            <a:spLocks xmlns:a="http://schemas.openxmlformats.org/drawingml/2006/main" noGrp="1"/>
          </p:cNvSpPr>
          <p:nvPr/>
        </p:nvSpPr>
        <p:spPr>
          <a:xfrm xmlns:a="http://schemas.openxmlformats.org/drawingml/2006/main">
            <a:off x="2400300" y="3859823"/>
            <a:ext cx="0" cy="0"/>
          </a:xfrm>
          <a:prstGeom xmlns:a="http://schemas.openxmlformats.org/drawingml/2006/main" prst="rect">
            <a:avLst/>
          </a:prstGeom>
        </p:spPr>
        <p:txBody>
          <a:bodyPr xmlns:a="http://schemas.openxmlformats.org/drawingml/2006/main" vert="horz" wrap="none" lIns="0" tIns="0" rIns="0" bIns="0">
            <a:noAutofit/>
          </a:bodyPr>
          <a:lstStyle xmlns:a="http://schemas.openxmlformats.org/drawingml/2006/main"/>
          <a:p xmlns:a="http://schemas.openxmlformats.org/drawingml/2006/main">
            <a:pPr marL="0" indent="0" algn="l">
              <a:spcBef>
                <a:spcPts val="0"/>
              </a:spcBef>
              <a:spcAft>
                <a:spcPts val="600"/>
              </a:spcAft>
              <a:buFontTx/>
              <a:buNone/>
            </a:pPr>
            <a:endParaRPr sz="1200" b="0" i="0">
              <a:solidFill>
                <a:schemeClr val="tx1"/>
              </a:solidFill>
              <a:latin typeface="Tenorite"/>
              <a:ea typeface="Tenorite"/>
              <a:cs typeface="Tenorite"/>
            </a:endParaRPr>
          </a:p>
        </p:txBody>
      </p:sp>
      <p:sp>
        <p:nvSpPr>
          <p:cNvPr id="8" name="Text Placeholder 4">
            <a:extLst xmlns:a="http://schemas.openxmlformats.org/drawingml/2006/main">
              <a:ext uri="{FF2B5EF4-FFF2-40B4-BE49-F238E27FC236}">
                <a16:creationId xmlns:a16="http://schemas.microsoft.com/office/drawing/2014/main" id="{119D06FF-1884-C62E-95EB-89D37C0D0944}"/>
              </a:ext>
            </a:extLst>
          </p:cNvPr>
          <p:cNvSpPr>
            <a:spLocks xmlns:a="http://schemas.openxmlformats.org/drawingml/2006/main" noGrp="1"/>
          </p:cNvSpPr>
          <p:nvPr>
            <p:ph type="body" idx="20" hasCustomPrompt="1"/>
          </p:nvPr>
        </p:nvSpPr>
        <p:spPr>
          <a:xfrm xmlns:a="http://schemas.openxmlformats.org/drawingml/2006/main">
            <a:off x="726993" y="4381663"/>
            <a:ext cx="2089490" cy="179915"/>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Date here xx/xx/</a:t>
            </a:r>
            <a:r>
              <a:t>xxxx</a:t>
            </a:r>
            <a:endParaRPr/>
          </a:p>
        </p:txBody>
      </p:sp>
      <p:sp>
        <p:nvSpPr>
          <p:cNvPr id="10" name="Rectangle 9">
            <a:extLst xmlns:a="http://schemas.openxmlformats.org/drawingml/2006/main">
              <a:ext uri="{FF2B5EF4-FFF2-40B4-BE49-F238E27FC236}">
                <a16:creationId xmlns:a16="http://schemas.microsoft.com/office/drawing/2014/main" id="{129B55F6-77C5-EFC4-86FB-359ECE2D3492}"/>
              </a:ext>
            </a:extLst>
          </p:cNvPr>
          <p:cNvSpPr>
            <a:spLocks xmlns:a="http://schemas.openxmlformats.org/drawingml/2006/main" noGrp="1"/>
          </p:cNvSpPr>
          <p:nvPr/>
        </p:nvSpPr>
        <p:spPr>
          <a:xfrm xmlns:a="http://schemas.openxmlformats.org/drawingml/2006/main" flipV="1">
            <a:off x="715254" y="4619634"/>
            <a:ext cx="5169277" cy="89366"/>
          </a:xfrm>
          <a:prstGeom xmlns:a="http://schemas.openxmlformats.org/drawingml/2006/main" prst="rect">
            <a:avLst/>
          </a:prstGeom>
          <a:solidFill xmlns:a="http://schemas.openxmlformats.org/drawingml/2006/main">
            <a:schemeClr val="accent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800">
              <a:ln>
                <a:solidFill>
                  <a:sysClr val="windowText" lastClr="000000"/>
                </a:solidFill>
              </a:ln>
            </a:endParaRPr>
          </a:p>
        </p:txBody>
      </p:sp>
    </p:spTree>
  </p:cSld>
</p:sldLayout>
</file>

<file path=ppt/slideLayouts/slideLayout8.xml><?xml version="1.0" encoding="utf-8"?>
<p:sldLayout xmlns:p="http://schemas.openxmlformats.org/presentationml/2006/main" preserve="1" userDrawn="1">
  <p:cSld name="4_Cover_2">
    <p:bg>
      <p:bgPr>
        <a:blipFill xmlns:a="http://schemas.openxmlformats.org/drawingml/2006/main" rotWithShape="1">
          <a:blip xmlns:r="http://schemas.openxmlformats.org/officeDocument/2006/relationships" r:embed="Ra8a7f5e93a254a46">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FC5D1AC0-8637-D60D-4A96-7C8C897AFE1A}"/>
              </a:ext>
            </a:extLst>
          </p:cNvPr>
          <p:cNvSpPr>
            <a:spLocks xmlns:a="http://schemas.openxmlformats.org/drawingml/2006/main" noGrp="1"/>
          </p:cNvSpPr>
          <p:nvPr>
            <p:ph type="ctrTitle" idx="0" hasCustomPrompt="1"/>
          </p:nvPr>
        </p:nvSpPr>
        <p:spPr>
          <a:xfrm xmlns:a="http://schemas.openxmlformats.org/drawingml/2006/main">
            <a:off x="712479" y="2178037"/>
            <a:ext cx="4956824" cy="1442988"/>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buNone/>
              <a:defRPr sz="3200" b="0" i="0" cap="none" baseline="0">
                <a:solidFill>
                  <a:schemeClr val="accent5"/>
                </a:solidFill>
                <a:latin typeface="Georgia"/>
                <a:ea typeface="Georgia"/>
                <a:cs typeface="Georgia"/>
              </a:defRPr>
            </a:lvl1pPr>
          </a:lstStyle>
          <a:p xmlns:a="http://schemas.openxmlformats.org/drawingml/2006/main">
            <a:r>
              <a:t>Click to edit presentation title</a:t>
            </a:r>
            <a:br/>
            <a:r>
              <a:t>for thee lines</a:t>
            </a:r>
          </a:p>
        </p:txBody>
      </p:sp>
      <p:sp>
        <p:nvSpPr>
          <p:cNvPr id="4" name="Text Placeholder 4">
            <a:extLst xmlns:a="http://schemas.openxmlformats.org/drawingml/2006/main">
              <a:ext uri="{FF2B5EF4-FFF2-40B4-BE49-F238E27FC236}">
                <a16:creationId xmlns:a16="http://schemas.microsoft.com/office/drawing/2014/main" id="{AB7415E2-C121-BC54-074C-5D536A3C0FC7}"/>
              </a:ext>
            </a:extLst>
          </p:cNvPr>
          <p:cNvSpPr>
            <a:spLocks xmlns:a="http://schemas.openxmlformats.org/drawingml/2006/main" noGrp="1"/>
          </p:cNvSpPr>
          <p:nvPr>
            <p:ph type="body" idx="14" hasCustomPrompt="1"/>
          </p:nvPr>
        </p:nvSpPr>
        <p:spPr>
          <a:xfrm xmlns:a="http://schemas.openxmlformats.org/drawingml/2006/main">
            <a:off x="712479" y="1265055"/>
            <a:ext cx="2089490" cy="697391"/>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Subtitle and additional info</a:t>
            </a:r>
          </a:p>
        </p:txBody>
      </p:sp>
      <p:sp>
        <p:nvSpPr>
          <p:cNvPr id="7" name="Footer Placeholder 2">
            <a:extLst xmlns:a="http://schemas.openxmlformats.org/drawingml/2006/main">
              <a:ext uri="{FF2B5EF4-FFF2-40B4-BE49-F238E27FC236}">
                <a16:creationId xmlns:a16="http://schemas.microsoft.com/office/drawing/2014/main" id="{D38CBEC2-22E3-5F34-8B45-EBF71BA3861A}"/>
              </a:ext>
            </a:extLst>
          </p:cNvPr>
          <p:cNvSpPr>
            <a:spLocks xmlns:a="http://schemas.openxmlformats.org/drawingml/2006/main" noGrp="1"/>
          </p:cNvSpPr>
          <p:nvPr>
            <p:ph type="ftr" idx="19"/>
          </p:nvPr>
        </p:nvSpPr>
        <p:spPr>
          <a:xfrm xmlns:a="http://schemas.openxmlformats.org/drawingml/2006/main">
            <a:off x="728656" y="4701159"/>
            <a:ext cx="3572446" cy="129536"/>
          </a:xfrm>
        </p:spPr>
        <p:txBody>
          <a:bodyPr xmlns:a="http://schemas.openxmlformats.org/drawingml/2006/main"/>
          <a:lstStyle xmlns:a="http://schemas.openxmlformats.org/drawingml/2006/main">
            <a:lvl1pPr algn="l">
              <a:buNone/>
              <a:defRPr>
                <a:solidFill>
                  <a:schemeClr val="tx1"/>
                </a:solidFill>
              </a:defRPr>
            </a:lvl1pPr>
            <a:lvl2pPr algn="l">
              <a:buNone/>
              <a:defRPr>
                <a:solidFill>
                  <a:schemeClr val="bg1"/>
                </a:solidFill>
              </a:defRPr>
            </a:lvl2pPr>
            <a:lvl3pPr algn="l">
              <a:buNone/>
              <a:defRPr>
                <a:solidFill>
                  <a:schemeClr val="bg1"/>
                </a:solidFill>
              </a:defRPr>
            </a:lvl3pPr>
            <a:lvl4pPr algn="l">
              <a:buNone/>
              <a:defRPr>
                <a:solidFill>
                  <a:schemeClr val="bg1"/>
                </a:solidFill>
              </a:defRPr>
            </a:lvl4pPr>
            <a:lvl5pPr algn="l">
              <a:buNone/>
              <a:defRPr>
                <a:solidFill>
                  <a:schemeClr val="bg1"/>
                </a:solidFill>
              </a:defRPr>
            </a:lvl5pPr>
            <a:lvl6pPr algn="l">
              <a:buNone/>
              <a:defRPr>
                <a:solidFill>
                  <a:schemeClr val="bg1"/>
                </a:solidFill>
              </a:defRPr>
            </a:lvl6pPr>
            <a:lvl7pPr algn="l">
              <a:buNone/>
              <a:defRPr>
                <a:solidFill>
                  <a:schemeClr val="bg1"/>
                </a:solidFill>
              </a:defRPr>
            </a:lvl7pPr>
            <a:lvl8pPr algn="l">
              <a:buNone/>
              <a:defRPr>
                <a:solidFill>
                  <a:schemeClr val="bg1"/>
                </a:solidFill>
              </a:defRPr>
            </a:lvl8pPr>
            <a:lvl9pPr algn="l">
              <a:buNone/>
              <a:defRPr>
                <a:solidFill>
                  <a:schemeClr val="bg1"/>
                </a:solidFill>
              </a:defRPr>
            </a:lvl9pPr>
          </a:lstStyle>
          <a:p xmlns:a="http://schemas.openxmlformats.org/drawingml/2006/main">
            <a:r>
              <a:t>Member FINRA/SIPC</a:t>
            </a:r>
            <a:endParaRPr>
              <a:solidFill>
                <a:schemeClr val="tx1"/>
              </a:solidFill>
            </a:endParaRPr>
          </a:p>
        </p:txBody>
      </p:sp>
      <p:pic>
        <p:nvPicPr>
          <p:cNvPr id="15" name="Picture 1"/>
          <p:cNvPicPr>
            <a:picLocks xmlns:a="http://schemas.openxmlformats.org/drawingml/2006/main" noChangeAspect="1"/>
          </p:cNvPicPr>
          <p:nvPr/>
        </p:nvPicPr>
        <p:blipFill>
          <a:blip xmlns:r="http://schemas.openxmlformats.org/officeDocument/2006/relationships" xmlns:a="http://schemas.openxmlformats.org/drawingml/2006/main" r:embed="R4829be078ba446a7">
            <a:extLst>
              <a:ext uri="{96DAC541-7B7A-43D3-8B79-37D633B846F1}">
                <asvg:svgBlip xmlns:asvg="http://schemas.microsoft.com/office/drawing/2016/SVG/main" r:embed="R68e83b5dce07410d"/>
              </a:ext>
            </a:extLst>
          </a:blip>
          <a:srcRect xmlns:a="http://schemas.openxmlformats.org/drawingml/2006/main" l="0" t="0" r="0" b="0"/>
          <a:stretch xmlns:a="http://schemas.openxmlformats.org/drawingml/2006/main"/>
        </p:blipFill>
        <p:spPr>
          <a:xfrm xmlns:a="http://schemas.openxmlformats.org/drawingml/2006/main">
            <a:off x="463451" y="346075"/>
            <a:ext cx="1828336" cy="232170"/>
          </a:xfrm>
          <a:prstGeom xmlns:a="http://schemas.openxmlformats.org/drawingml/2006/main" prst="rect">
            <a:avLst/>
          </a:prstGeom>
        </p:spPr>
      </p:pic>
      <p:sp>
        <p:nvSpPr>
          <p:cNvPr id="2" name="TextBox 1">
            <a:extLst xmlns:a="http://schemas.openxmlformats.org/drawingml/2006/main">
              <a:ext uri="{FF2B5EF4-FFF2-40B4-BE49-F238E27FC236}">
                <a16:creationId xmlns:a16="http://schemas.microsoft.com/office/drawing/2014/main" id="{737627E1-E22B-A1B3-206C-4491ADE4275A}"/>
              </a:ext>
            </a:extLst>
          </p:cNvPr>
          <p:cNvSpPr>
            <a:spLocks xmlns:a="http://schemas.openxmlformats.org/drawingml/2006/main" noGrp="1"/>
          </p:cNvSpPr>
          <p:nvPr/>
        </p:nvSpPr>
        <p:spPr>
          <a:xfrm xmlns:a="http://schemas.openxmlformats.org/drawingml/2006/main">
            <a:off x="2400300" y="3859823"/>
            <a:ext cx="0" cy="0"/>
          </a:xfrm>
          <a:prstGeom xmlns:a="http://schemas.openxmlformats.org/drawingml/2006/main" prst="rect">
            <a:avLst/>
          </a:prstGeom>
        </p:spPr>
        <p:txBody>
          <a:bodyPr xmlns:a="http://schemas.openxmlformats.org/drawingml/2006/main" vert="horz" wrap="none" lIns="0" tIns="0" rIns="0" bIns="0">
            <a:noAutofit/>
          </a:bodyPr>
          <a:lstStyle xmlns:a="http://schemas.openxmlformats.org/drawingml/2006/main"/>
          <a:p xmlns:a="http://schemas.openxmlformats.org/drawingml/2006/main">
            <a:pPr marL="0" indent="0" algn="l">
              <a:spcBef>
                <a:spcPts val="0"/>
              </a:spcBef>
              <a:spcAft>
                <a:spcPts val="600"/>
              </a:spcAft>
              <a:buFontTx/>
              <a:buNone/>
            </a:pPr>
            <a:endParaRPr sz="1200" b="0" i="0">
              <a:solidFill>
                <a:schemeClr val="tx1"/>
              </a:solidFill>
              <a:latin typeface="Tenorite"/>
              <a:ea typeface="Tenorite"/>
              <a:cs typeface="Tenorite"/>
            </a:endParaRPr>
          </a:p>
        </p:txBody>
      </p:sp>
      <p:sp>
        <p:nvSpPr>
          <p:cNvPr id="8" name="Text Placeholder 4">
            <a:extLst xmlns:a="http://schemas.openxmlformats.org/drawingml/2006/main">
              <a:ext uri="{FF2B5EF4-FFF2-40B4-BE49-F238E27FC236}">
                <a16:creationId xmlns:a16="http://schemas.microsoft.com/office/drawing/2014/main" id="{119D06FF-1884-C62E-95EB-89D37C0D0944}"/>
              </a:ext>
            </a:extLst>
          </p:cNvPr>
          <p:cNvSpPr>
            <a:spLocks xmlns:a="http://schemas.openxmlformats.org/drawingml/2006/main" noGrp="1"/>
          </p:cNvSpPr>
          <p:nvPr>
            <p:ph type="body" idx="20" hasCustomPrompt="1"/>
          </p:nvPr>
        </p:nvSpPr>
        <p:spPr>
          <a:xfrm xmlns:a="http://schemas.openxmlformats.org/drawingml/2006/main">
            <a:off x="726993" y="4381663"/>
            <a:ext cx="2089490" cy="179915"/>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Date here xx/xx/</a:t>
            </a:r>
            <a:r>
              <a:t>xxxx</a:t>
            </a:r>
            <a:endParaRPr/>
          </a:p>
        </p:txBody>
      </p:sp>
      <p:sp>
        <p:nvSpPr>
          <p:cNvPr id="10" name="Rectangle 9">
            <a:extLst xmlns:a="http://schemas.openxmlformats.org/drawingml/2006/main">
              <a:ext uri="{FF2B5EF4-FFF2-40B4-BE49-F238E27FC236}">
                <a16:creationId xmlns:a16="http://schemas.microsoft.com/office/drawing/2014/main" id="{129B55F6-77C5-EFC4-86FB-359ECE2D3492}"/>
              </a:ext>
            </a:extLst>
          </p:cNvPr>
          <p:cNvSpPr>
            <a:spLocks xmlns:a="http://schemas.openxmlformats.org/drawingml/2006/main" noGrp="1"/>
          </p:cNvSpPr>
          <p:nvPr/>
        </p:nvSpPr>
        <p:spPr>
          <a:xfrm xmlns:a="http://schemas.openxmlformats.org/drawingml/2006/main" flipV="1">
            <a:off x="715254" y="4619634"/>
            <a:ext cx="5169277" cy="89366"/>
          </a:xfrm>
          <a:prstGeom xmlns:a="http://schemas.openxmlformats.org/drawingml/2006/main" prst="rect">
            <a:avLst/>
          </a:prstGeom>
          <a:solidFill xmlns:a="http://schemas.openxmlformats.org/drawingml/2006/main">
            <a:schemeClr val="accent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800">
              <a:ln>
                <a:solidFill>
                  <a:sysClr val="windowText" lastClr="000000"/>
                </a:solidFill>
              </a:ln>
            </a:endParaRPr>
          </a:p>
        </p:txBody>
      </p:sp>
    </p:spTree>
  </p:cSld>
</p:sldLayout>
</file>

<file path=ppt/slideLayouts/slideLayout9.xml><?xml version="1.0" encoding="utf-8"?>
<p:sldLayout xmlns:p="http://schemas.openxmlformats.org/presentationml/2006/main" userDrawn="1">
  <p:cSld name="Cover_8_image">
    <p:bg>
      <p:bgPr>
        <a:blipFill xmlns:a="http://schemas.openxmlformats.org/drawingml/2006/main" rotWithShape="1">
          <a:blip xmlns:r="http://schemas.openxmlformats.org/officeDocument/2006/relationships" r:embed="R104ec133b27b4566">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FC5D1AC0-8637-D60D-4A96-7C8C897AFE1A}"/>
              </a:ext>
            </a:extLst>
          </p:cNvPr>
          <p:cNvSpPr>
            <a:spLocks xmlns:a="http://schemas.openxmlformats.org/drawingml/2006/main" noGrp="1"/>
          </p:cNvSpPr>
          <p:nvPr>
            <p:ph type="ctrTitle" idx="0" hasCustomPrompt="1"/>
          </p:nvPr>
        </p:nvSpPr>
        <p:spPr>
          <a:xfrm xmlns:a="http://schemas.openxmlformats.org/drawingml/2006/main">
            <a:off x="457199" y="1244600"/>
            <a:ext cx="3625898" cy="1761177"/>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a:buNone/>
              <a:defRPr sz="3200" b="0" i="0" cap="none" baseline="0">
                <a:solidFill>
                  <a:schemeClr val="accent5"/>
                </a:solidFill>
                <a:latin typeface="Georgia"/>
                <a:ea typeface="Georgia"/>
                <a:cs typeface="Georgia"/>
              </a:defRPr>
            </a:lvl1pPr>
          </a:lstStyle>
          <a:p xmlns:a="http://schemas.openxmlformats.org/drawingml/2006/main">
            <a:r>
              <a:t>Click to edit presentation title</a:t>
            </a:r>
          </a:p>
        </p:txBody>
      </p:sp>
      <p:sp>
        <p:nvSpPr>
          <p:cNvPr id="6" name="Straight Connector 5">
            <a:extLst xmlns:a="http://schemas.openxmlformats.org/drawingml/2006/main">
              <a:ext uri="{FF2B5EF4-FFF2-40B4-BE49-F238E27FC236}">
                <a16:creationId xmlns:a16="http://schemas.microsoft.com/office/drawing/2014/main" id="{0844CD71-CEDE-4F5B-925D-C30579ACDCE7}"/>
              </a:ext>
            </a:extLst>
          </p:cNvPr>
          <p:cNvSpPr>
            <a:spLocks xmlns:a="http://schemas.openxmlformats.org/drawingml/2006/main" noGrp="1"/>
          </p:cNvSpPr>
          <p:nvPr/>
        </p:nvSpPr>
        <p:spPr>
          <a:xfrm xmlns:a="http://schemas.openxmlformats.org/drawingml/2006/main">
            <a:off x="457199" y="3130297"/>
            <a:ext cx="3625898" cy="0"/>
          </a:xfrm>
          <a:prstGeom xmlns:a="http://schemas.openxmlformats.org/drawingml/2006/main" prst="line">
            <a:avLst/>
          </a:prstGeom>
          <a:ln xmlns:a="http://schemas.openxmlformats.org/drawingml/2006/main" w="6350">
            <a:solidFill>
              <a:schemeClr val="accent5"/>
            </a:solidFill>
          </a:ln>
        </p:spPr>
        <p:style>
          <a:lnRef xmlns:a="http://schemas.openxmlformats.org/drawingml/2006/main" idx="1">
            <a:schemeClr val="accent6"/>
          </a:lnRef>
          <a:fillRef xmlns:a="http://schemas.openxmlformats.org/drawingml/2006/main" idx="0">
            <a:schemeClr val="accent6"/>
          </a:fillRef>
          <a:effectRef xmlns:a="http://schemas.openxmlformats.org/drawingml/2006/main" idx="0">
            <a:schemeClr val="accent6"/>
          </a:effectRef>
          <a:fontRef xmlns:a="http://schemas.openxmlformats.org/drawingml/2006/main" idx="minor">
            <a:schemeClr val="tx1"/>
          </a:fontRef>
        </p:style>
      </p:sp>
      <p:sp>
        <p:nvSpPr>
          <p:cNvPr id="12" name="Picture Placeholder 11">
            <a:extLst xmlns:a="http://schemas.openxmlformats.org/drawingml/2006/main">
              <a:ext uri="{FF2B5EF4-FFF2-40B4-BE49-F238E27FC236}">
                <a16:creationId xmlns:a16="http://schemas.microsoft.com/office/drawing/2014/main" id="{041ABA0F-280C-8E1A-8933-3052DA14DCF2}"/>
              </a:ext>
            </a:extLst>
          </p:cNvPr>
          <p:cNvSpPr>
            <a:spLocks xmlns:a="http://schemas.openxmlformats.org/drawingml/2006/main" noGrp="1"/>
          </p:cNvSpPr>
          <p:nvPr>
            <p:ph type="pic" idx="15"/>
          </p:nvPr>
        </p:nvSpPr>
        <p:spPr>
          <a:xfrm xmlns:a="http://schemas.openxmlformats.org/drawingml/2006/main">
            <a:off x="4648703" y="346074"/>
            <a:ext cx="4030663" cy="4419591"/>
          </a:xfrm>
          <a:custGeom xmlns:a="http://schemas.openxmlformats.org/drawingml/2006/main">
            <a:gdLst>
              <a:gd name="connsiteX0" fmla="*/ 0 w 4030663"/>
              <a:gd name="connsiteY0" fmla="*/ 0 h 4419591"/>
              <a:gd name="connsiteX1" fmla="*/ 4030663 w 4030663"/>
              <a:gd name="connsiteY1" fmla="*/ 0 h 4419591"/>
              <a:gd name="connsiteX2" fmla="*/ 4030663 w 4030663"/>
              <a:gd name="connsiteY2" fmla="*/ 2564547 h 4419591"/>
              <a:gd name="connsiteX3" fmla="*/ 2145536 w 4030663"/>
              <a:gd name="connsiteY3" fmla="*/ 4419591 h 4419591"/>
              <a:gd name="connsiteX4" fmla="*/ 0 w 4030663"/>
              <a:gd name="connsiteY4" fmla="*/ 4419591 h 4419591"/>
            </a:gdLst>
            <a:rect l="l" t="t" r="r" b="b"/>
            <a:pathLst>
              <a:path w="4030663" h="4419591">
                <a:moveTo>
                  <a:pt x="0" y="0"/>
                </a:moveTo>
                <a:lnTo>
                  <a:pt x="4030663" y="0"/>
                </a:lnTo>
                <a:lnTo>
                  <a:pt x="4030663" y="2564547"/>
                </a:lnTo>
                <a:lnTo>
                  <a:pt x="2145536" y="4419591"/>
                </a:lnTo>
                <a:lnTo>
                  <a:pt x="0" y="4419591"/>
                </a:lnTo>
                <a:close/>
              </a:path>
            </a:pathLst>
          </a:custGeom>
          <a:solidFill xmlns:a="http://schemas.openxmlformats.org/drawingml/2006/main">
            <a:schemeClr val="bg1">
              <a:lumMod val="75000"/>
            </a:schemeClr>
          </a:solidFill>
        </p:spPr>
        <p:txBody>
          <a:bodyPr xmlns:a="http://schemas.openxmlformats.org/drawingml/2006/main" wrap="square" tIns="1737360">
            <a:noAutofit/>
          </a:bodyPr>
          <a:lstStyle xmlns:a="http://schemas.openxmlformats.org/drawingml/2006/main">
            <a:lvl1pPr algn="ctr">
              <a:buNone/>
              <a:defRPr sz="1200" b="0">
                <a:latin typeface="+mn-lt"/>
                <a:ea typeface="+mn-lt"/>
                <a:cs typeface="+mn-lt"/>
              </a:defRPr>
            </a:lvl1pPr>
          </a:lstStyle>
          <a:p xmlns:a="http://schemas.openxmlformats.org/drawingml/2006/main">
            <a:r>
              <a:t>Click icon to add picture</a:t>
            </a:r>
          </a:p>
        </p:txBody>
      </p:sp>
      <p:sp>
        <p:nvSpPr>
          <p:cNvPr id="5" name="Text Placeholder 4">
            <a:extLst xmlns:a="http://schemas.openxmlformats.org/drawingml/2006/main">
              <a:ext uri="{FF2B5EF4-FFF2-40B4-BE49-F238E27FC236}">
                <a16:creationId xmlns:a16="http://schemas.microsoft.com/office/drawing/2014/main" id="{7A436E03-1341-9A82-4FE5-2EC6A0964BAC}"/>
              </a:ext>
            </a:extLst>
          </p:cNvPr>
          <p:cNvSpPr>
            <a:spLocks xmlns:a="http://schemas.openxmlformats.org/drawingml/2006/main" noGrp="1"/>
          </p:cNvSpPr>
          <p:nvPr>
            <p:ph type="body" idx="19" hasCustomPrompt="1"/>
          </p:nvPr>
        </p:nvSpPr>
        <p:spPr>
          <a:xfrm xmlns:a="http://schemas.openxmlformats.org/drawingml/2006/main">
            <a:off x="457199" y="3254819"/>
            <a:ext cx="3625898" cy="1479998"/>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Subtitle and additional info</a:t>
            </a:r>
          </a:p>
        </p:txBody>
      </p:sp>
      <p:sp>
        <p:nvSpPr>
          <p:cNvPr id="4" name="Footer Placeholder 2">
            <a:extLst xmlns:a="http://schemas.openxmlformats.org/drawingml/2006/main">
              <a:ext uri="{FF2B5EF4-FFF2-40B4-BE49-F238E27FC236}">
                <a16:creationId xmlns:a16="http://schemas.microsoft.com/office/drawing/2014/main" id="{0AF6C9EF-86B5-D3D9-CA2C-3F7636A115E9}"/>
              </a:ext>
            </a:extLst>
          </p:cNvPr>
          <p:cNvSpPr>
            <a:spLocks xmlns:a="http://schemas.openxmlformats.org/drawingml/2006/main" noGrp="1"/>
          </p:cNvSpPr>
          <p:nvPr>
            <p:ph type="ftr" idx="20"/>
          </p:nvPr>
        </p:nvSpPr>
        <p:spPr>
          <a:xfrm xmlns:a="http://schemas.openxmlformats.org/drawingml/2006/main">
            <a:off x="457198" y="4859338"/>
            <a:ext cx="3625897" cy="117760"/>
          </a:xfrm>
        </p:spPr>
        <p:txBody>
          <a:bodyPr xmlns:a="http://schemas.openxmlformats.org/drawingml/2006/main"/>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r>
              <a:t>Member FINRA/SIPC</a:t>
            </a:r>
            <a:endParaRPr/>
          </a:p>
        </p:txBody>
      </p:sp>
      <p:pic>
        <p:nvPicPr>
          <p:cNvPr id="19" name="Picture 1"/>
          <p:cNvPicPr>
            <a:picLocks xmlns:a="http://schemas.openxmlformats.org/drawingml/2006/main" noChangeAspect="1"/>
          </p:cNvPicPr>
          <p:nvPr/>
        </p:nvPicPr>
        <p:blipFill>
          <a:blip xmlns:r="http://schemas.openxmlformats.org/officeDocument/2006/relationships" xmlns:a="http://schemas.openxmlformats.org/drawingml/2006/main" r:embed="Rc1ce472c84314158">
            <a:extLst>
              <a:ext uri="{96DAC541-7B7A-43D3-8B79-37D633B846F1}">
                <asvg:svgBlip xmlns:asvg="http://schemas.microsoft.com/office/drawing/2016/SVG/main" r:embed="R6c87b76e3def4c96"/>
              </a:ext>
            </a:extLst>
          </a:blip>
          <a:srcRect xmlns:a="http://schemas.openxmlformats.org/drawingml/2006/main" l="0" t="0" r="0" b="0"/>
          <a:stretch xmlns:a="http://schemas.openxmlformats.org/drawingml/2006/main"/>
        </p:blipFill>
        <p:spPr>
          <a:xfrm xmlns:a="http://schemas.openxmlformats.org/drawingml/2006/main">
            <a:off x="463451" y="346075"/>
            <a:ext cx="1416830" cy="179915"/>
          </a:xfrm>
          <a:prstGeom xmlns:a="http://schemas.openxmlformats.org/drawingml/2006/main" prst="rect">
            <a:avLst/>
          </a:prstGeom>
        </p:spPr>
      </p:pic>
    </p:spTree>
  </p:cSld>
</p:sldLayout>
</file>

<file path=ppt/slideLayouts/slideLayout10.xml><?xml version="1.0" encoding="utf-8"?>
<p:sldLayout xmlns:p="http://schemas.openxmlformats.org/presentationml/2006/main" userDrawn="1">
  <p:cSld name="Cover_9_image">
    <p:bg>
      <p:bgPr>
        <a:blipFill xmlns:a="http://schemas.openxmlformats.org/drawingml/2006/main" rotWithShape="1">
          <a:blip xmlns:r="http://schemas.openxmlformats.org/officeDocument/2006/relationships" r:embed="R0c84cf75f9c845cb">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FC5D1AC0-8637-D60D-4A96-7C8C897AFE1A}"/>
              </a:ext>
            </a:extLst>
          </p:cNvPr>
          <p:cNvSpPr>
            <a:spLocks xmlns:a="http://schemas.openxmlformats.org/drawingml/2006/main" noGrp="1"/>
          </p:cNvSpPr>
          <p:nvPr>
            <p:ph type="ctrTitle" idx="0" hasCustomPrompt="1"/>
          </p:nvPr>
        </p:nvSpPr>
        <p:spPr>
          <a:xfrm xmlns:a="http://schemas.openxmlformats.org/drawingml/2006/main">
            <a:off x="457199" y="1244600"/>
            <a:ext cx="3625898" cy="1761177"/>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a:buNone/>
              <a:defRPr sz="3200" b="0" i="0" cap="none" baseline="0">
                <a:solidFill>
                  <a:schemeClr val="accent5"/>
                </a:solidFill>
                <a:latin typeface="Georgia"/>
                <a:ea typeface="Georgia"/>
                <a:cs typeface="Georgia"/>
              </a:defRPr>
            </a:lvl1pPr>
          </a:lstStyle>
          <a:p xmlns:a="http://schemas.openxmlformats.org/drawingml/2006/main">
            <a:r>
              <a:t>Click to edit presentation title</a:t>
            </a:r>
          </a:p>
        </p:txBody>
      </p:sp>
      <p:sp>
        <p:nvSpPr>
          <p:cNvPr id="6" name="Straight Connector 5">
            <a:extLst xmlns:a="http://schemas.openxmlformats.org/drawingml/2006/main">
              <a:ext uri="{FF2B5EF4-FFF2-40B4-BE49-F238E27FC236}">
                <a16:creationId xmlns:a16="http://schemas.microsoft.com/office/drawing/2014/main" id="{93B85A52-8973-498C-8F0F-7C40F7F6B734}"/>
              </a:ext>
            </a:extLst>
          </p:cNvPr>
          <p:cNvSpPr>
            <a:spLocks xmlns:a="http://schemas.openxmlformats.org/drawingml/2006/main" noGrp="1"/>
          </p:cNvSpPr>
          <p:nvPr/>
        </p:nvSpPr>
        <p:spPr>
          <a:xfrm xmlns:a="http://schemas.openxmlformats.org/drawingml/2006/main">
            <a:off x="457199" y="3130297"/>
            <a:ext cx="3625898" cy="0"/>
          </a:xfrm>
          <a:prstGeom xmlns:a="http://schemas.openxmlformats.org/drawingml/2006/main" prst="line">
            <a:avLst/>
          </a:prstGeom>
          <a:ln xmlns:a="http://schemas.openxmlformats.org/drawingml/2006/main" w="6350">
            <a:solidFill>
              <a:schemeClr val="accent5"/>
            </a:solidFill>
          </a:ln>
        </p:spPr>
        <p:style>
          <a:lnRef xmlns:a="http://schemas.openxmlformats.org/drawingml/2006/main" idx="1">
            <a:schemeClr val="accent6"/>
          </a:lnRef>
          <a:fillRef xmlns:a="http://schemas.openxmlformats.org/drawingml/2006/main" idx="0">
            <a:schemeClr val="accent6"/>
          </a:fillRef>
          <a:effectRef xmlns:a="http://schemas.openxmlformats.org/drawingml/2006/main" idx="0">
            <a:schemeClr val="accent6"/>
          </a:effectRef>
          <a:fontRef xmlns:a="http://schemas.openxmlformats.org/drawingml/2006/main" idx="minor">
            <a:schemeClr val="tx1"/>
          </a:fontRef>
        </p:style>
      </p:sp>
      <p:sp>
        <p:nvSpPr>
          <p:cNvPr id="12" name="Picture Placeholder 11">
            <a:extLst xmlns:a="http://schemas.openxmlformats.org/drawingml/2006/main">
              <a:ext uri="{FF2B5EF4-FFF2-40B4-BE49-F238E27FC236}">
                <a16:creationId xmlns:a16="http://schemas.microsoft.com/office/drawing/2014/main" id="{041ABA0F-280C-8E1A-8933-3052DA14DCF2}"/>
              </a:ext>
            </a:extLst>
          </p:cNvPr>
          <p:cNvSpPr>
            <a:spLocks xmlns:a="http://schemas.openxmlformats.org/drawingml/2006/main" noGrp="1"/>
          </p:cNvSpPr>
          <p:nvPr>
            <p:ph type="pic" idx="15"/>
          </p:nvPr>
        </p:nvSpPr>
        <p:spPr>
          <a:xfrm xmlns:a="http://schemas.openxmlformats.org/drawingml/2006/main">
            <a:off x="4648703" y="346074"/>
            <a:ext cx="4030663" cy="4419591"/>
          </a:xfrm>
          <a:custGeom xmlns:a="http://schemas.openxmlformats.org/drawingml/2006/main">
            <a:gdLst>
              <a:gd name="connsiteX0" fmla="*/ 0 w 4030663"/>
              <a:gd name="connsiteY0" fmla="*/ 0 h 4419591"/>
              <a:gd name="connsiteX1" fmla="*/ 4030663 w 4030663"/>
              <a:gd name="connsiteY1" fmla="*/ 0 h 4419591"/>
              <a:gd name="connsiteX2" fmla="*/ 4030663 w 4030663"/>
              <a:gd name="connsiteY2" fmla="*/ 2564547 h 4419591"/>
              <a:gd name="connsiteX3" fmla="*/ 2145536 w 4030663"/>
              <a:gd name="connsiteY3" fmla="*/ 4419591 h 4419591"/>
              <a:gd name="connsiteX4" fmla="*/ 0 w 4030663"/>
              <a:gd name="connsiteY4" fmla="*/ 4419591 h 4419591"/>
            </a:gdLst>
            <a:rect l="l" t="t" r="r" b="b"/>
            <a:pathLst>
              <a:path w="4030663" h="4419591">
                <a:moveTo>
                  <a:pt x="0" y="0"/>
                </a:moveTo>
                <a:lnTo>
                  <a:pt x="4030663" y="0"/>
                </a:lnTo>
                <a:lnTo>
                  <a:pt x="4030663" y="2564547"/>
                </a:lnTo>
                <a:lnTo>
                  <a:pt x="2145536" y="4419591"/>
                </a:lnTo>
                <a:lnTo>
                  <a:pt x="0" y="4419591"/>
                </a:lnTo>
                <a:close/>
              </a:path>
            </a:pathLst>
          </a:custGeom>
          <a:solidFill xmlns:a="http://schemas.openxmlformats.org/drawingml/2006/main">
            <a:schemeClr val="bg1">
              <a:lumMod val="75000"/>
            </a:schemeClr>
          </a:solidFill>
        </p:spPr>
        <p:txBody>
          <a:bodyPr xmlns:a="http://schemas.openxmlformats.org/drawingml/2006/main" wrap="square" tIns="1737360">
            <a:noAutofit/>
          </a:bodyPr>
          <a:lstStyle xmlns:a="http://schemas.openxmlformats.org/drawingml/2006/main">
            <a:lvl1pPr algn="ctr">
              <a:buNone/>
              <a:defRPr sz="1200" b="0">
                <a:latin typeface="+mn-lt"/>
                <a:ea typeface="+mn-lt"/>
                <a:cs typeface="+mn-lt"/>
              </a:defRPr>
            </a:lvl1pPr>
          </a:lstStyle>
          <a:p xmlns:a="http://schemas.openxmlformats.org/drawingml/2006/main">
            <a:r>
              <a:t>Click icon to add picture</a:t>
            </a:r>
          </a:p>
        </p:txBody>
      </p:sp>
      <p:sp>
        <p:nvSpPr>
          <p:cNvPr id="4" name="Text Placeholder 4">
            <a:extLst xmlns:a="http://schemas.openxmlformats.org/drawingml/2006/main">
              <a:ext uri="{FF2B5EF4-FFF2-40B4-BE49-F238E27FC236}">
                <a16:creationId xmlns:a16="http://schemas.microsoft.com/office/drawing/2014/main" id="{46C333B5-4468-E618-E2B3-21C1D08BD5DD}"/>
              </a:ext>
            </a:extLst>
          </p:cNvPr>
          <p:cNvSpPr>
            <a:spLocks xmlns:a="http://schemas.openxmlformats.org/drawingml/2006/main" noGrp="1"/>
          </p:cNvSpPr>
          <p:nvPr>
            <p:ph type="body" idx="19" hasCustomPrompt="1"/>
          </p:nvPr>
        </p:nvSpPr>
        <p:spPr>
          <a:xfrm xmlns:a="http://schemas.openxmlformats.org/drawingml/2006/main">
            <a:off x="457199" y="3254819"/>
            <a:ext cx="3625898" cy="1479998"/>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Subtitle and additional info</a:t>
            </a:r>
          </a:p>
        </p:txBody>
      </p:sp>
      <p:sp>
        <p:nvSpPr>
          <p:cNvPr id="10" name="Footer Placeholder 2">
            <a:extLst xmlns:a="http://schemas.openxmlformats.org/drawingml/2006/main">
              <a:ext uri="{FF2B5EF4-FFF2-40B4-BE49-F238E27FC236}">
                <a16:creationId xmlns:a16="http://schemas.microsoft.com/office/drawing/2014/main" id="{9E2EC392-1E27-167E-77B4-0D2DE286F84A}"/>
              </a:ext>
            </a:extLst>
          </p:cNvPr>
          <p:cNvSpPr>
            <a:spLocks xmlns:a="http://schemas.openxmlformats.org/drawingml/2006/main" noGrp="1"/>
          </p:cNvSpPr>
          <p:nvPr>
            <p:ph type="ftr" idx="20"/>
          </p:nvPr>
        </p:nvSpPr>
        <p:spPr>
          <a:xfrm xmlns:a="http://schemas.openxmlformats.org/drawingml/2006/main">
            <a:off x="457198" y="4859338"/>
            <a:ext cx="3625897" cy="117760"/>
          </a:xfrm>
        </p:spPr>
        <p:txBody>
          <a:bodyPr xmlns:a="http://schemas.openxmlformats.org/drawingml/2006/main"/>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r>
              <a:t>Member FINRA/SIPC</a:t>
            </a:r>
            <a:endParaRPr/>
          </a:p>
        </p:txBody>
      </p:sp>
      <p:pic>
        <p:nvPicPr>
          <p:cNvPr id="19" name="Picture 1"/>
          <p:cNvPicPr>
            <a:picLocks xmlns:a="http://schemas.openxmlformats.org/drawingml/2006/main" noChangeAspect="1"/>
          </p:cNvPicPr>
          <p:nvPr/>
        </p:nvPicPr>
        <p:blipFill>
          <a:blip xmlns:r="http://schemas.openxmlformats.org/officeDocument/2006/relationships" xmlns:a="http://schemas.openxmlformats.org/drawingml/2006/main" r:embed="Rdd5204e7cb2140d0">
            <a:extLst>
              <a:ext uri="{96DAC541-7B7A-43D3-8B79-37D633B846F1}">
                <asvg:svgBlip xmlns:asvg="http://schemas.microsoft.com/office/drawing/2016/SVG/main" r:embed="R4f6adc67c9de4735"/>
              </a:ext>
            </a:extLst>
          </a:blip>
          <a:srcRect xmlns:a="http://schemas.openxmlformats.org/drawingml/2006/main" l="0" t="0" r="0" b="0"/>
          <a:stretch xmlns:a="http://schemas.openxmlformats.org/drawingml/2006/main"/>
        </p:blipFill>
        <p:spPr>
          <a:xfrm xmlns:a="http://schemas.openxmlformats.org/drawingml/2006/main">
            <a:off x="463451" y="346075"/>
            <a:ext cx="1416830" cy="179915"/>
          </a:xfrm>
          <a:prstGeom xmlns:a="http://schemas.openxmlformats.org/drawingml/2006/main" prst="rect">
            <a:avLst/>
          </a:prstGeom>
        </p:spPr>
      </p:pic>
    </p:spTree>
  </p:cSld>
</p:sldLayout>
</file>

<file path=ppt/slideLayouts/slideLayout11.xml><?xml version="1.0" encoding="utf-8"?>
<p:sldLayout xmlns:p="http://schemas.openxmlformats.org/presentationml/2006/main" userDrawn="1">
  <p:cSld name="Cover_10_image">
    <p:bg>
      <p:bgPr>
        <a:blipFill xmlns:a="http://schemas.openxmlformats.org/drawingml/2006/main" rotWithShape="1">
          <a:blip xmlns:r="http://schemas.openxmlformats.org/officeDocument/2006/relationships" r:embed="Ra63843bdb37f42b9">
            <a:lum/>
          </a:blip>
          <a:srcRect l="0" t="0" r="0" b="0"/>
          <a:stretch>
            <a:fillRect l="0" t="0" r="0" b="0"/>
          </a:stretch>
        </a:blip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E66CA80F-3EE9-038C-9FC4-304CED7B182A}"/>
              </a:ext>
            </a:extLst>
          </p:cNvPr>
          <p:cNvSpPr>
            <a:spLocks xmlns:a="http://schemas.openxmlformats.org/drawingml/2006/main" noGrp="1"/>
          </p:cNvSpPr>
          <p:nvPr/>
        </p:nvSpPr>
        <p:spPr>
          <a:xfrm xmlns:a="http://schemas.openxmlformats.org/drawingml/2006/main">
            <a:off x="457200" y="962866"/>
            <a:ext cx="8229600" cy="3427551"/>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800">
              <a:solidFill>
                <a:schemeClr val="accent5"/>
              </a:solidFill>
            </a:endParaRPr>
          </a:p>
        </p:txBody>
      </p:sp>
      <p:sp>
        <p:nvSpPr>
          <p:cNvPr id="10" name="Picture Placeholder 8">
            <a:extLst xmlns:a="http://schemas.openxmlformats.org/drawingml/2006/main">
              <a:ext uri="{FF2B5EF4-FFF2-40B4-BE49-F238E27FC236}">
                <a16:creationId xmlns:a16="http://schemas.microsoft.com/office/drawing/2014/main" id="{01AE1627-F6F1-A1E6-879D-D311D5C53197}"/>
              </a:ext>
            </a:extLst>
          </p:cNvPr>
          <p:cNvSpPr>
            <a:spLocks xmlns:a="http://schemas.openxmlformats.org/drawingml/2006/main" noGrp="1"/>
          </p:cNvSpPr>
          <p:nvPr>
            <p:ph type="pic" idx="19"/>
          </p:nvPr>
        </p:nvSpPr>
        <p:spPr>
          <a:xfrm xmlns:a="http://schemas.openxmlformats.org/drawingml/2006/main">
            <a:off x="4640263" y="1250950"/>
            <a:ext cx="4503737" cy="2881313"/>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1097280"/>
          <a:lstStyle xmlns:a="http://schemas.openxmlformats.org/drawingml/2006/main">
            <a:lvl1pPr algn="ctr">
              <a:buNone/>
              <a:defRPr>
                <a:solidFill>
                  <a:schemeClr val="accent5"/>
                </a:solidFill>
              </a:defRPr>
            </a:lvl1pPr>
          </a:lstStyle>
          <a:p xmlns:a="http://schemas.openxmlformats.org/drawingml/2006/main">
            <a:r>
              <a:t>Click icon to add picture</a:t>
            </a:r>
          </a:p>
        </p:txBody>
      </p:sp>
      <p:sp>
        <p:nvSpPr>
          <p:cNvPr id="5" name="Footer Placeholder 2">
            <a:extLst xmlns:a="http://schemas.openxmlformats.org/drawingml/2006/main">
              <a:ext uri="{FF2B5EF4-FFF2-40B4-BE49-F238E27FC236}">
                <a16:creationId xmlns:a16="http://schemas.microsoft.com/office/drawing/2014/main" id="{8B9C43A8-DD49-0AEB-52CA-03522E9DC554}"/>
              </a:ext>
            </a:extLst>
          </p:cNvPr>
          <p:cNvSpPr>
            <a:spLocks xmlns:a="http://schemas.openxmlformats.org/drawingml/2006/main" noGrp="1"/>
          </p:cNvSpPr>
          <p:nvPr>
            <p:ph type="ftr" idx="20"/>
          </p:nvPr>
        </p:nvSpPr>
        <p:spPr>
          <a:xfrm xmlns:a="http://schemas.openxmlformats.org/drawingml/2006/main">
            <a:off x="866202" y="4859338"/>
            <a:ext cx="3572447" cy="117760"/>
          </a:xfrm>
        </p:spPr>
        <p:txBody>
          <a:bodyPr xmlns:a="http://schemas.openxmlformats.org/drawingml/2006/main"/>
          <a:lstStyle xmlns:a="http://schemas.openxmlformats.org/drawingml/2006/main">
            <a:lvl1pPr algn="l">
              <a:buNone/>
              <a:defRPr>
                <a:solidFill>
                  <a:schemeClr val="accent5"/>
                </a:solidFill>
              </a:defRPr>
            </a:lvl1pPr>
            <a:lvl2pPr algn="l">
              <a:buNone/>
              <a:defRPr>
                <a:solidFill>
                  <a:schemeClr val="bg1"/>
                </a:solidFill>
              </a:defRPr>
            </a:lvl2pPr>
            <a:lvl3pPr algn="l">
              <a:buNone/>
              <a:defRPr>
                <a:solidFill>
                  <a:schemeClr val="bg1"/>
                </a:solidFill>
              </a:defRPr>
            </a:lvl3pPr>
            <a:lvl4pPr algn="l">
              <a:buNone/>
              <a:defRPr>
                <a:solidFill>
                  <a:schemeClr val="bg1"/>
                </a:solidFill>
              </a:defRPr>
            </a:lvl4pPr>
            <a:lvl5pPr algn="l">
              <a:buNone/>
              <a:defRPr>
                <a:solidFill>
                  <a:schemeClr val="bg1"/>
                </a:solidFill>
              </a:defRPr>
            </a:lvl5pPr>
            <a:lvl6pPr algn="l">
              <a:buNone/>
              <a:defRPr>
                <a:solidFill>
                  <a:schemeClr val="bg1"/>
                </a:solidFill>
              </a:defRPr>
            </a:lvl6pPr>
            <a:lvl7pPr algn="l">
              <a:buNone/>
              <a:defRPr>
                <a:solidFill>
                  <a:schemeClr val="bg1"/>
                </a:solidFill>
              </a:defRPr>
            </a:lvl7pPr>
            <a:lvl8pPr algn="l">
              <a:buNone/>
              <a:defRPr>
                <a:solidFill>
                  <a:schemeClr val="bg1"/>
                </a:solidFill>
              </a:defRPr>
            </a:lvl8pPr>
            <a:lvl9pPr algn="l">
              <a:buNone/>
              <a:defRPr>
                <a:solidFill>
                  <a:schemeClr val="bg1"/>
                </a:solidFill>
              </a:defRPr>
            </a:lvl9pPr>
          </a:lstStyle>
          <a:p xmlns:a="http://schemas.openxmlformats.org/drawingml/2006/main">
            <a:r>
              <a:t>Member FINRA/SIPC</a:t>
            </a:r>
            <a:endParaRPr/>
          </a:p>
        </p:txBody>
      </p:sp>
      <p:sp>
        <p:nvSpPr>
          <p:cNvPr id="7" name="Title 1">
            <a:extLst xmlns:a="http://schemas.openxmlformats.org/drawingml/2006/main">
              <a:ext uri="{FF2B5EF4-FFF2-40B4-BE49-F238E27FC236}">
                <a16:creationId xmlns:a16="http://schemas.microsoft.com/office/drawing/2014/main" id="{009DF776-EB45-BBAB-E5AB-B728167BE78C}"/>
              </a:ext>
            </a:extLst>
          </p:cNvPr>
          <p:cNvSpPr>
            <a:spLocks xmlns:a="http://schemas.openxmlformats.org/drawingml/2006/main" noGrp="1"/>
          </p:cNvSpPr>
          <p:nvPr>
            <p:ph type="ctrTitle" idx="0" hasCustomPrompt="1"/>
          </p:nvPr>
        </p:nvSpPr>
        <p:spPr>
          <a:xfrm xmlns:a="http://schemas.openxmlformats.org/drawingml/2006/main">
            <a:off x="866203" y="1244600"/>
            <a:ext cx="3572447" cy="1766567"/>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a:buNone/>
              <a:defRPr sz="3200" b="0" i="0" cap="none" baseline="0">
                <a:solidFill>
                  <a:schemeClr val="accent5"/>
                </a:solidFill>
                <a:latin typeface="Georgia"/>
                <a:ea typeface="Georgia"/>
                <a:cs typeface="Georgia"/>
              </a:defRPr>
            </a:lvl1pPr>
          </a:lstStyle>
          <a:p xmlns:a="http://schemas.openxmlformats.org/drawingml/2006/main">
            <a:r>
              <a:t>Click to edit presentation title</a:t>
            </a:r>
          </a:p>
        </p:txBody>
      </p:sp>
      <p:sp>
        <p:nvSpPr>
          <p:cNvPr id="8" name="Straight Connector 7">
            <a:extLst xmlns:a="http://schemas.openxmlformats.org/drawingml/2006/main">
              <a:ext uri="{FF2B5EF4-FFF2-40B4-BE49-F238E27FC236}">
                <a16:creationId xmlns:a16="http://schemas.microsoft.com/office/drawing/2014/main" id="{B42892C4-7165-4630-BA43-62F4ECFA2B92}"/>
              </a:ext>
            </a:extLst>
          </p:cNvPr>
          <p:cNvSpPr>
            <a:spLocks xmlns:a="http://schemas.openxmlformats.org/drawingml/2006/main" noGrp="1"/>
          </p:cNvSpPr>
          <p:nvPr/>
        </p:nvSpPr>
        <p:spPr>
          <a:xfrm xmlns:a="http://schemas.openxmlformats.org/drawingml/2006/main">
            <a:off x="866203" y="3135688"/>
            <a:ext cx="3625898" cy="0"/>
          </a:xfrm>
          <a:prstGeom xmlns:a="http://schemas.openxmlformats.org/drawingml/2006/main" prst="line">
            <a:avLst/>
          </a:prstGeom>
          <a:ln xmlns:a="http://schemas.openxmlformats.org/drawingml/2006/main" w="6350">
            <a:solidFill>
              <a:schemeClr val="accent5"/>
            </a:solidFill>
          </a:ln>
        </p:spPr>
        <p:style>
          <a:lnRef xmlns:a="http://schemas.openxmlformats.org/drawingml/2006/main" idx="1">
            <a:schemeClr val="accent6"/>
          </a:lnRef>
          <a:fillRef xmlns:a="http://schemas.openxmlformats.org/drawingml/2006/main" idx="0">
            <a:schemeClr val="accent6"/>
          </a:fillRef>
          <a:effectRef xmlns:a="http://schemas.openxmlformats.org/drawingml/2006/main" idx="0">
            <a:schemeClr val="accent6"/>
          </a:effectRef>
          <a:fontRef xmlns:a="http://schemas.openxmlformats.org/drawingml/2006/main" idx="minor">
            <a:schemeClr val="tx1"/>
          </a:fontRef>
        </p:style>
      </p:sp>
      <p:sp>
        <p:nvSpPr>
          <p:cNvPr id="9" name="Text Placeholder 4">
            <a:extLst xmlns:a="http://schemas.openxmlformats.org/drawingml/2006/main">
              <a:ext uri="{FF2B5EF4-FFF2-40B4-BE49-F238E27FC236}">
                <a16:creationId xmlns:a16="http://schemas.microsoft.com/office/drawing/2014/main" id="{6AE7D742-C76F-FC62-BC40-F2B917A409D6}"/>
              </a:ext>
            </a:extLst>
          </p:cNvPr>
          <p:cNvSpPr>
            <a:spLocks xmlns:a="http://schemas.openxmlformats.org/drawingml/2006/main" noGrp="1"/>
          </p:cNvSpPr>
          <p:nvPr>
            <p:ph type="body" idx="21" hasCustomPrompt="1"/>
          </p:nvPr>
        </p:nvSpPr>
        <p:spPr>
          <a:xfrm xmlns:a="http://schemas.openxmlformats.org/drawingml/2006/main">
            <a:off x="866203" y="3260210"/>
            <a:ext cx="3572448" cy="796936"/>
          </a:xfrm>
          <a:prstGeom xmlns:a="http://schemas.openxmlformats.org/drawingml/2006/main" prst="rect">
            <a:avLst/>
          </a:prstGeom>
        </p:spPr>
        <p:txBody>
          <a:bodyPr xmlns:a="http://schemas.openxmlformats.org/drawingml/2006/main" lIns="0" tIns="0" rIns="0" bIns="0" anchor="b"/>
          <a:lstStyle xmlns:a="http://schemas.openxmlformats.org/drawingml/2006/main">
            <a:lvl1pPr marL="0" indent="0">
              <a:buNone/>
              <a:defRPr sz="1200" b="1">
                <a:solidFill>
                  <a:schemeClr val="accent5"/>
                </a:solidFill>
              </a:defRPr>
            </a:lvl1pPr>
            <a:lvl2pPr>
              <a:buNone/>
              <a:defRPr sz="1200" b="0">
                <a:solidFill>
                  <a:schemeClr val="accent5"/>
                </a:solidFill>
              </a:defRPr>
            </a:lvl2pPr>
            <a:lvl3pPr>
              <a:buNone/>
              <a:defRPr b="0">
                <a:solidFill>
                  <a:schemeClr val="accent5"/>
                </a:solidFill>
              </a:defRPr>
            </a:lvl3pPr>
            <a:lvl4pPr marL="0" indent="0">
              <a:buFontTx/>
              <a:buNone/>
              <a:defRPr b="0">
                <a:solidFill>
                  <a:schemeClr val="accent5"/>
                </a:solidFill>
              </a:defRPr>
            </a:lvl4pPr>
            <a:lvl5pPr marL="0" indent="0">
              <a:buFontTx/>
              <a:buNone/>
              <a:defRPr b="0">
                <a:solidFill>
                  <a:schemeClr val="accent5"/>
                </a:solidFill>
              </a:defRPr>
            </a:lvl5pPr>
            <a:lvl6pPr marL="0" indent="0">
              <a:buFontTx/>
              <a:buNone/>
              <a:defRPr b="0">
                <a:solidFill>
                  <a:schemeClr val="accent5"/>
                </a:solidFill>
              </a:defRPr>
            </a:lvl6pPr>
            <a:lvl7pPr marL="0" indent="0">
              <a:buFontTx/>
              <a:buNone/>
              <a:defRPr b="0">
                <a:solidFill>
                  <a:schemeClr val="accent5"/>
                </a:solidFill>
              </a:defRPr>
            </a:lvl7pPr>
            <a:lvl8pPr marL="0" indent="0">
              <a:buFontTx/>
              <a:buNone/>
              <a:defRPr b="0">
                <a:solidFill>
                  <a:schemeClr val="accent5"/>
                </a:solidFill>
              </a:defRPr>
            </a:lvl8pPr>
            <a:lvl9pPr>
              <a:buNone/>
              <a:defRPr sz="1200" b="0">
                <a:solidFill>
                  <a:schemeClr val="accent5"/>
                </a:solidFill>
              </a:defRPr>
            </a:lvl9pPr>
          </a:lstStyle>
          <a:p xmlns:a="http://schemas.openxmlformats.org/drawingml/2006/main">
            <a:pPr lvl="0">
              <a:buNone/>
            </a:pPr>
            <a:r>
              <a:t>Subtitle and additional info</a:t>
            </a:r>
          </a:p>
        </p:txBody>
      </p:sp>
      <p:pic>
        <p:nvPicPr>
          <p:cNvPr id="19" name="Picture 1"/>
          <p:cNvPicPr>
            <a:picLocks xmlns:a="http://schemas.openxmlformats.org/drawingml/2006/main" noChangeAspect="1"/>
          </p:cNvPicPr>
          <p:nvPr/>
        </p:nvPicPr>
        <p:blipFill>
          <a:blip xmlns:r="http://schemas.openxmlformats.org/officeDocument/2006/relationships" xmlns:a="http://schemas.openxmlformats.org/drawingml/2006/main" r:embed="R6dddfd46373e4390">
            <a:extLst>
              <a:ext uri="{96DAC541-7B7A-43D3-8B79-37D633B846F1}">
                <asvg:svgBlip xmlns:asvg="http://schemas.microsoft.com/office/drawing/2016/SVG/main" r:embed="R888245f0465f4326"/>
              </a:ext>
            </a:extLst>
          </a:blip>
          <a:srcRect xmlns:a="http://schemas.openxmlformats.org/drawingml/2006/main" l="0" t="0" r="0" b="0"/>
          <a:stretch xmlns:a="http://schemas.openxmlformats.org/drawingml/2006/main"/>
        </p:blipFill>
        <p:spPr>
          <a:xfrm xmlns:a="http://schemas.openxmlformats.org/drawingml/2006/main">
            <a:off x="463451" y="346075"/>
            <a:ext cx="1416830" cy="179915"/>
          </a:xfrm>
          <a:prstGeom xmlns:a="http://schemas.openxmlformats.org/drawingml/2006/main" prst="rect">
            <a:avLst/>
          </a:prstGeom>
        </p:spPr>
      </p:pic>
    </p:spTree>
  </p:cSld>
</p:sldLayout>
</file>

<file path=ppt/slideLayouts/slideLayout12.xml><?xml version="1.0" encoding="utf-8"?>
<p:sldLayout xmlns:p="http://schemas.openxmlformats.org/presentationml/2006/main" userDrawn="1">
  <p:cSld name="Agenda">
    <p:bg>
      <p:bgPr>
        <a:blipFill xmlns:a="http://schemas.openxmlformats.org/drawingml/2006/main" rotWithShape="1">
          <a:blip xmlns:r="http://schemas.openxmlformats.org/officeDocument/2006/relationships" r:embed="Rb595fb4fe0bc43c5">
            <a:lum/>
          </a:blip>
          <a:srcRect l="0" t="0" r="0" b="0"/>
          <a:stretch>
            <a:fillRect l="0" t="0" r="0" b="0"/>
          </a:stretch>
        </a:blipFill>
      </p:bgPr>
    </p:bg>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579AD64C-9D6F-9804-593B-6B619F6D116B}"/>
              </a:ext>
            </a:extLst>
          </p:cNvPr>
          <p:cNvSpPr>
            <a:spLocks xmlns:a="http://schemas.openxmlformats.org/drawingml/2006/main" noGrp="1"/>
          </p:cNvSpPr>
          <p:nvPr/>
        </p:nvSpPr>
        <p:spPr>
          <a:xfrm xmlns:a="http://schemas.openxmlformats.org/drawingml/2006/main">
            <a:off x="3290886" y="584200"/>
            <a:ext cx="5353493" cy="4025507"/>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800"/>
          </a:p>
        </p:txBody>
      </p:sp>
      <p:sp>
        <p:nvSpPr>
          <p:cNvPr id="3" name="Title 1">
            <a:extLst xmlns:a="http://schemas.openxmlformats.org/drawingml/2006/main">
              <a:ext uri="{FF2B5EF4-FFF2-40B4-BE49-F238E27FC236}">
                <a16:creationId xmlns:a16="http://schemas.microsoft.com/office/drawing/2014/main" id="{FC5D1AC0-8637-D60D-4A96-7C8C897AFE1A}"/>
              </a:ext>
            </a:extLst>
          </p:cNvPr>
          <p:cNvSpPr>
            <a:spLocks xmlns:a="http://schemas.openxmlformats.org/drawingml/2006/main" noGrp="1"/>
          </p:cNvSpPr>
          <p:nvPr>
            <p:ph type="ctrTitle" idx="0" hasCustomPrompt="1"/>
          </p:nvPr>
        </p:nvSpPr>
        <p:spPr>
          <a:xfrm xmlns:a="http://schemas.openxmlformats.org/drawingml/2006/main">
            <a:off x="457200" y="419100"/>
            <a:ext cx="2562225" cy="825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buNone/>
              <a:defRPr sz="3200" b="0" i="0" cap="none" baseline="0">
                <a:solidFill>
                  <a:schemeClr val="accent5"/>
                </a:solidFill>
                <a:latin typeface="Georgia"/>
                <a:ea typeface="Georgia"/>
                <a:cs typeface="Georgia"/>
              </a:defRPr>
            </a:lvl1pPr>
          </a:lstStyle>
          <a:p xmlns:a="http://schemas.openxmlformats.org/drawingml/2006/main">
            <a:r>
              <a:t>Agenda title</a:t>
            </a:r>
          </a:p>
        </p:txBody>
      </p:sp>
      <p:sp>
        <p:nvSpPr>
          <p:cNvPr id="4" name="Text Placeholder 4">
            <a:extLst xmlns:a="http://schemas.openxmlformats.org/drawingml/2006/main">
              <a:ext uri="{FF2B5EF4-FFF2-40B4-BE49-F238E27FC236}">
                <a16:creationId xmlns:a16="http://schemas.microsoft.com/office/drawing/2014/main" id="{AB7415E2-C121-BC54-074C-5D536A3C0FC7}"/>
              </a:ext>
            </a:extLst>
          </p:cNvPr>
          <p:cNvSpPr>
            <a:spLocks xmlns:a="http://schemas.openxmlformats.org/drawingml/2006/main" noGrp="1"/>
          </p:cNvSpPr>
          <p:nvPr>
            <p:ph type="body" idx="14"/>
          </p:nvPr>
        </p:nvSpPr>
        <p:spPr>
          <a:xfrm xmlns:a="http://schemas.openxmlformats.org/drawingml/2006/main">
            <a:off x="3294064" y="584200"/>
            <a:ext cx="5350316" cy="4025507"/>
          </a:xfrm>
          <a:prstGeom xmlns:a="http://schemas.openxmlformats.org/drawingml/2006/main" prst="rect">
            <a:avLst/>
          </a:prstGeom>
        </p:spPr>
        <p:txBody>
          <a:bodyPr xmlns:a="http://schemas.openxmlformats.org/drawingml/2006/main" lIns="457200" tIns="182880" rIns="457200" bIns="457200" anchor="t"/>
          <a:lstStyle xmlns:a="http://schemas.openxmlformats.org/drawingml/2006/main">
            <a:lvl1pPr marL="342900" indent="-342900">
              <a:lnSpc>
                <a:spcPct val="150000"/>
              </a:lnSpc>
              <a:buClr>
                <a:schemeClr val="accent6"/>
              </a:buClr>
              <a:buFont typeface="+mj-lt"/>
              <a:buAutoNum type="arabicPeriod"/>
              <a:defRPr sz="1400" b="0">
                <a:solidFill>
                  <a:schemeClr val="accent5"/>
                </a:solidFill>
              </a:defRPr>
            </a:lvl1pPr>
            <a:lvl2pPr marL="342900" indent="-342900">
              <a:lnSpc>
                <a:spcPct val="150000"/>
              </a:lnSpc>
              <a:buClr>
                <a:schemeClr val="accent6"/>
              </a:buClr>
              <a:buFont typeface="+mj-lt"/>
              <a:buAutoNum type="arabicPeriod"/>
              <a:defRPr sz="1400" b="0">
                <a:solidFill>
                  <a:schemeClr val="accent5"/>
                </a:solidFill>
              </a:defRPr>
            </a:lvl2pPr>
            <a:lvl3pPr marL="342900" indent="-342900">
              <a:lnSpc>
                <a:spcPct val="150000"/>
              </a:lnSpc>
              <a:buClr>
                <a:schemeClr val="accent6"/>
              </a:buClr>
              <a:buFont typeface="+mj-lt"/>
              <a:buAutoNum type="arabicPeriod"/>
              <a:defRPr sz="1400" b="0">
                <a:solidFill>
                  <a:schemeClr val="accent5"/>
                </a:solidFill>
              </a:defRPr>
            </a:lvl3pPr>
            <a:lvl4pPr marL="342900" indent="-342900">
              <a:lnSpc>
                <a:spcPct val="150000"/>
              </a:lnSpc>
              <a:buClr>
                <a:schemeClr val="accent6"/>
              </a:buClr>
              <a:buFont typeface="+mj-lt"/>
              <a:buAutoNum type="arabicPeriod"/>
              <a:defRPr sz="1400" b="0">
                <a:solidFill>
                  <a:schemeClr val="accent5"/>
                </a:solidFill>
              </a:defRPr>
            </a:lvl4pPr>
            <a:lvl5pPr marL="91440" indent="0">
              <a:buFontTx/>
              <a:buNone/>
              <a:defRPr b="1">
                <a:solidFill>
                  <a:schemeClr val="accent5"/>
                </a:solidFill>
              </a:defRPr>
            </a:lvl5pPr>
            <a:lvl6pPr marL="182880" indent="0">
              <a:buFontTx/>
              <a:buNone/>
              <a:defRPr b="1">
                <a:solidFill>
                  <a:schemeClr val="accent5"/>
                </a:solidFill>
              </a:defRPr>
            </a:lvl6pPr>
            <a:lvl7pPr marL="0" indent="0">
              <a:buFontTx/>
              <a:buNone/>
              <a:defRPr b="1">
                <a:solidFill>
                  <a:schemeClr val="accent5"/>
                </a:solidFill>
              </a:defRPr>
            </a:lvl7pPr>
            <a:lvl8pPr marL="137160" indent="0">
              <a:buFontTx/>
              <a:buNone/>
              <a:defRPr b="1">
                <a:solidFill>
                  <a:schemeClr val="accent5"/>
                </a:solidFill>
              </a:defRPr>
            </a:lvl8pPr>
            <a:lvl9pPr>
              <a:buNone/>
              <a:defRPr sz="1200">
                <a:solidFill>
                  <a:schemeClr val="accent5"/>
                </a:solidFill>
              </a:defRPr>
            </a:lvl9pPr>
          </a:lstStyle>
          <a:p xmlns:a="http://schemas.openxmlformats.org/drawingml/2006/main">
            <a:pPr lvl="0">
              <a:buNone/>
            </a:pPr>
            <a:r>
              <a:t>Click to edit Master text styles</a:t>
            </a:r>
          </a:p>
        </p:txBody>
      </p:sp>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7e953079389544e7">
            <a:extLst>
              <a:ext uri="{96DAC541-7B7A-43D3-8B79-37D633B846F1}">
                <asvg:svgBlip xmlns:asvg="http://schemas.microsoft.com/office/drawing/2016/SVG/main" r:embed="R353b2bfcc6e14101"/>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
        <p:nvSpPr>
          <p:cNvPr id="6" name="Footer Placeholder 5">
            <a:extLst xmlns:a="http://schemas.openxmlformats.org/drawingml/2006/main">
              <a:ext uri="{FF2B5EF4-FFF2-40B4-BE49-F238E27FC236}">
                <a16:creationId xmlns:a16="http://schemas.microsoft.com/office/drawing/2014/main" id="{957DDA29-EAAE-F496-742B-268A8211ECE9}"/>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vl6pP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xmlns:a="http://schemas.openxmlformats.org/drawingml/2006/main">
            <a:r>
              <a:t>Member FINRA/SIPC</a:t>
            </a:r>
            <a:endParaRPr/>
          </a:p>
        </p:txBody>
      </p:sp>
      <p:sp>
        <p:nvSpPr>
          <p:cNvPr id="8" name="TextBox 7">
            <a:extLst xmlns:a="http://schemas.openxmlformats.org/drawingml/2006/main">
              <a:ext uri="{FF2B5EF4-FFF2-40B4-BE49-F238E27FC236}">
                <a16:creationId xmlns:a16="http://schemas.microsoft.com/office/drawing/2014/main" id="{2B189C66-724E-9BA6-9DA7-9979312487E3}"/>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bg1"/>
                </a:solidFill>
                <a:latin typeface="Tenorite"/>
                <a:ea typeface="Tenorite"/>
                <a:cs typeface="Tenorite"/>
              </a:rPr>
              <a:t>‹#›</a:t>
            </a:fld>
            <a:endParaRPr sz="600" b="0" i="0">
              <a:solidFill>
                <a:schemeClr val="bg1"/>
              </a:solidFill>
              <a:latin typeface="Tenorite"/>
              <a:ea typeface="Tenorite"/>
              <a:cs typeface="Tenorite"/>
            </a:endParaRPr>
          </a:p>
        </p:txBody>
      </p:sp>
    </p:spTree>
  </p:cSld>
</p:sldLayout>
</file>

<file path=ppt/slideLayouts/slideLayout13.xml><?xml version="1.0" encoding="utf-8"?>
<p:sldLayout xmlns:p="http://schemas.openxmlformats.org/presentationml/2006/main" userDrawn="1">
  <p:cSld name="1 col content">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9" name="Content Placeholder 8">
            <a:extLst xmlns:a="http://schemas.openxmlformats.org/drawingml/2006/main">
              <a:ext uri="{FF2B5EF4-FFF2-40B4-BE49-F238E27FC236}">
                <a16:creationId xmlns:a16="http://schemas.microsoft.com/office/drawing/2014/main" id="{A321297B-AC8A-917E-8B8D-0D2F244EFA8E}"/>
              </a:ext>
            </a:extLst>
          </p:cNvPr>
          <p:cNvSpPr>
            <a:spLocks xmlns:a="http://schemas.openxmlformats.org/drawingml/2006/main" noGrp="1"/>
          </p:cNvSpPr>
          <p:nvPr>
            <p:ph idx="14"/>
          </p:nvPr>
        </p:nvSpPr>
        <p:spPr>
          <a:xfrm xmlns:a="http://schemas.openxmlformats.org/drawingml/2006/main">
            <a:off x="457200" y="836613"/>
            <a:ext cx="8226425" cy="3862387"/>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Straight Connector 9">
            <a:extLst xmlns:a="http://schemas.openxmlformats.org/drawingml/2006/main">
              <a:ext uri="{FF2B5EF4-FFF2-40B4-BE49-F238E27FC236}">
                <a16:creationId xmlns:a16="http://schemas.microsoft.com/office/drawing/2014/main" id="{B326BB1F-0C78-47FA-924E-2AA088F84ED5}"/>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pic>
        <p:nvPicPr>
          <p:cNvPr id="15" name="Picture 10"/>
          <p:cNvPicPr>
            <a:picLocks xmlns:a="http://schemas.openxmlformats.org/drawingml/2006/main" noChangeAspect="1"/>
          </p:cNvPicPr>
          <p:nvPr/>
        </p:nvPicPr>
        <p:blipFill>
          <a:blip xmlns:r="http://schemas.openxmlformats.org/officeDocument/2006/relationships" xmlns:a="http://schemas.openxmlformats.org/drawingml/2006/main" r:embed="Raff6b79d413843a7">
            <a:extLst>
              <a:ext uri="{96DAC541-7B7A-43D3-8B79-37D633B846F1}">
                <asvg:svgBlip xmlns:asvg="http://schemas.microsoft.com/office/drawing/2016/SVG/main" r:embed="R338d68489f7d403d"/>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52205266-1898-B1D6-270D-9FAB0E7F7D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Box 2">
            <a:extLst xmlns:a="http://schemas.openxmlformats.org/drawingml/2006/main">
              <a:ext uri="{FF2B5EF4-FFF2-40B4-BE49-F238E27FC236}">
                <a16:creationId xmlns:a16="http://schemas.microsoft.com/office/drawing/2014/main" id="{003B9C8E-A2EA-877F-B23C-361CC7D82BCB}"/>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spTree>
  </p:cSld>
</p:sldLayout>
</file>

<file path=ppt/slideLayouts/slideLayout14.xml><?xml version="1.0" encoding="utf-8"?>
<p:sldLayout xmlns:p="http://schemas.openxmlformats.org/presentationml/2006/main" userDrawn="1">
  <p:cSld name="1 col w/ subtitle">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9" name="Content Placeholder 8">
            <a:extLst xmlns:a="http://schemas.openxmlformats.org/drawingml/2006/main">
              <a:ext uri="{FF2B5EF4-FFF2-40B4-BE49-F238E27FC236}">
                <a16:creationId xmlns:a16="http://schemas.microsoft.com/office/drawing/2014/main" id="{A321297B-AC8A-917E-8B8D-0D2F244EFA8E}"/>
              </a:ext>
            </a:extLst>
          </p:cNvPr>
          <p:cNvSpPr>
            <a:spLocks xmlns:a="http://schemas.openxmlformats.org/drawingml/2006/main" noGrp="1"/>
          </p:cNvSpPr>
          <p:nvPr>
            <p:ph idx="14"/>
          </p:nvPr>
        </p:nvSpPr>
        <p:spPr>
          <a:xfrm xmlns:a="http://schemas.openxmlformats.org/drawingml/2006/main">
            <a:off x="457200" y="1244600"/>
            <a:ext cx="8226425" cy="3454400"/>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Straight Connector 9">
            <a:extLst xmlns:a="http://schemas.openxmlformats.org/drawingml/2006/main">
              <a:ext uri="{FF2B5EF4-FFF2-40B4-BE49-F238E27FC236}">
                <a16:creationId xmlns:a16="http://schemas.microsoft.com/office/drawing/2014/main" id="{501B2577-8A2C-449C-A5E6-8B75C3DC9F01}"/>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12" name="Text Placeholder 6">
            <a:extLst xmlns:a="http://schemas.openxmlformats.org/drawingml/2006/main">
              <a:ext uri="{FF2B5EF4-FFF2-40B4-BE49-F238E27FC236}">
                <a16:creationId xmlns:a16="http://schemas.microsoft.com/office/drawing/2014/main" id="{770507B7-5175-DD00-9205-89EF997C861F}"/>
              </a:ext>
            </a:extLst>
          </p:cNvPr>
          <p:cNvSpPr>
            <a:spLocks xmlns:a="http://schemas.openxmlformats.org/drawingml/2006/main" noGrp="1"/>
          </p:cNvSpPr>
          <p:nvPr>
            <p:ph type="body" idx="10"/>
          </p:nvPr>
        </p:nvSpPr>
        <p:spPr>
          <a:xfrm xmlns:a="http://schemas.openxmlformats.org/drawingml/2006/main">
            <a:off x="457200" y="836612"/>
            <a:ext cx="8226425" cy="4079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spcAft>
                <a:spcPts val="0"/>
              </a:spcAft>
              <a:buNone/>
              <a:defRPr sz="1300" b="1">
                <a:solidFill>
                  <a:schemeClr val="accent5"/>
                </a:solidFill>
              </a:defRPr>
            </a:lvl1pPr>
            <a:lvl2pPr marL="0" indent="0">
              <a:buNone/>
              <a:defRPr sz="1000" b="1">
                <a:solidFill>
                  <a:schemeClr val="accent5"/>
                </a:solidFill>
              </a:defRPr>
            </a:lvl2pPr>
            <a:lvl3pPr marL="0" indent="0">
              <a:buNone/>
              <a:defRPr sz="1000">
                <a:solidFill>
                  <a:schemeClr val="accent5"/>
                </a:solidFill>
              </a:defRPr>
            </a:lvl3pPr>
            <a:lvl4pPr marL="0" indent="0">
              <a:buNone/>
              <a:defRPr sz="1000" b="1">
                <a:solidFill>
                  <a:schemeClr val="accent5"/>
                </a:solidFill>
              </a:defRPr>
            </a:lvl4pPr>
            <a:lvl5pPr marL="0" indent="0">
              <a:buNone/>
              <a:defRPr sz="1000" b="1">
                <a:solidFill>
                  <a:schemeClr val="accent5"/>
                </a:solidFill>
              </a:defRPr>
            </a:lvl5pPr>
            <a:lvl6pPr marL="0" indent="0">
              <a:buFontTx/>
              <a:buNone/>
              <a:defRPr sz="1000" b="1">
                <a:solidFill>
                  <a:schemeClr val="accent5"/>
                </a:solidFill>
              </a:defRPr>
            </a:lvl6pPr>
            <a:lvl7pPr marL="0" indent="0">
              <a:buFontTx/>
              <a:buNone/>
              <a:defRPr sz="1000" b="1">
                <a:solidFill>
                  <a:schemeClr val="accent5"/>
                </a:solidFill>
              </a:defRPr>
            </a:lvl7pPr>
            <a:lvl8pPr marL="0" indent="0">
              <a:buFontTx/>
              <a:buNone/>
              <a:defRPr sz="1000" b="1">
                <a:solidFill>
                  <a:schemeClr val="accent5"/>
                </a:solidFill>
              </a:defRPr>
            </a:lvl8pPr>
            <a:lvl9pPr marL="0" indent="0">
              <a:buFontTx/>
              <a:buNone/>
              <a:defRPr sz="1000" b="1">
                <a:solidFill>
                  <a:schemeClr val="accent5"/>
                </a:solidFill>
              </a:defRPr>
            </a:lvl9pPr>
          </a:lstStyle>
          <a:p xmlns:a="http://schemas.openxmlformats.org/drawingml/2006/main">
            <a:pPr lvl="0">
              <a:buNone/>
            </a:pPr>
            <a:r>
              <a:t>Click to edit Master text styles</a:t>
            </a:r>
          </a:p>
        </p:txBody>
      </p:sp>
      <p:sp>
        <p:nvSpPr>
          <p:cNvPr id="8" name="Title 7">
            <a:extLst xmlns:a="http://schemas.openxmlformats.org/drawingml/2006/main">
              <a:ext uri="{FF2B5EF4-FFF2-40B4-BE49-F238E27FC236}">
                <a16:creationId xmlns:a16="http://schemas.microsoft.com/office/drawing/2014/main" id="{C8417D01-E1D2-B919-4942-8022799C196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Box 2">
            <a:extLst xmlns:a="http://schemas.openxmlformats.org/drawingml/2006/main">
              <a:ext uri="{FF2B5EF4-FFF2-40B4-BE49-F238E27FC236}">
                <a16:creationId xmlns:a16="http://schemas.microsoft.com/office/drawing/2014/main" id="{E645DC3B-4BAE-63EC-35F8-F69309D9CF3B}"/>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20" name="Picture 10"/>
          <p:cNvPicPr>
            <a:picLocks xmlns:a="http://schemas.openxmlformats.org/drawingml/2006/main" noChangeAspect="1"/>
          </p:cNvPicPr>
          <p:nvPr/>
        </p:nvPicPr>
        <p:blipFill>
          <a:blip xmlns:r="http://schemas.openxmlformats.org/officeDocument/2006/relationships" xmlns:a="http://schemas.openxmlformats.org/drawingml/2006/main" r:embed="R74364c5847bb4d0e">
            <a:extLst>
              <a:ext uri="{96DAC541-7B7A-43D3-8B79-37D633B846F1}">
                <asvg:svgBlip xmlns:asvg="http://schemas.microsoft.com/office/drawing/2016/SVG/main" r:embed="R48230e119efe462e"/>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15.xml><?xml version="1.0" encoding="utf-8"?>
<p:sldLayout xmlns:p="http://schemas.openxmlformats.org/presentationml/2006/main" userDrawn="1">
  <p:cSld name="2 col content">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7" name="Title 6">
            <a:extLst xmlns:a="http://schemas.openxmlformats.org/drawingml/2006/main">
              <a:ext uri="{FF2B5EF4-FFF2-40B4-BE49-F238E27FC236}">
                <a16:creationId xmlns:a16="http://schemas.microsoft.com/office/drawing/2014/main" id="{26051FEB-8711-61FA-8B98-3D5E4C1842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9" name="Content Placeholder 8">
            <a:extLst xmlns:a="http://schemas.openxmlformats.org/drawingml/2006/main">
              <a:ext uri="{FF2B5EF4-FFF2-40B4-BE49-F238E27FC236}">
                <a16:creationId xmlns:a16="http://schemas.microsoft.com/office/drawing/2014/main" id="{A321297B-AC8A-917E-8B8D-0D2F244EFA8E}"/>
              </a:ext>
            </a:extLst>
          </p:cNvPr>
          <p:cNvSpPr>
            <a:spLocks xmlns:a="http://schemas.openxmlformats.org/drawingml/2006/main" noGrp="1"/>
          </p:cNvSpPr>
          <p:nvPr>
            <p:ph idx="14"/>
          </p:nvPr>
        </p:nvSpPr>
        <p:spPr>
          <a:xfrm xmlns:a="http://schemas.openxmlformats.org/drawingml/2006/main">
            <a:off x="457201" y="836612"/>
            <a:ext cx="3981450" cy="3862389"/>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Straight Connector 9">
            <a:extLst xmlns:a="http://schemas.openxmlformats.org/drawingml/2006/main">
              <a:ext uri="{FF2B5EF4-FFF2-40B4-BE49-F238E27FC236}">
                <a16:creationId xmlns:a16="http://schemas.microsoft.com/office/drawing/2014/main" id="{9AD0385B-FDAB-4D03-860F-7D4E00C3C31F}"/>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2" name="Content Placeholder 8">
            <a:extLst xmlns:a="http://schemas.openxmlformats.org/drawingml/2006/main">
              <a:ext uri="{FF2B5EF4-FFF2-40B4-BE49-F238E27FC236}">
                <a16:creationId xmlns:a16="http://schemas.microsoft.com/office/drawing/2014/main" id="{06AB61CD-234B-CF07-28F0-1B51E9C91998}"/>
              </a:ext>
            </a:extLst>
          </p:cNvPr>
          <p:cNvSpPr>
            <a:spLocks xmlns:a="http://schemas.openxmlformats.org/drawingml/2006/main" noGrp="1"/>
          </p:cNvSpPr>
          <p:nvPr>
            <p:ph idx="15"/>
          </p:nvPr>
        </p:nvSpPr>
        <p:spPr>
          <a:xfrm xmlns:a="http://schemas.openxmlformats.org/drawingml/2006/main">
            <a:off x="4705350" y="836612"/>
            <a:ext cx="3978274" cy="3862389"/>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Box 4">
            <a:extLst xmlns:a="http://schemas.openxmlformats.org/drawingml/2006/main">
              <a:ext uri="{FF2B5EF4-FFF2-40B4-BE49-F238E27FC236}">
                <a16:creationId xmlns:a16="http://schemas.microsoft.com/office/drawing/2014/main" id="{3274ED07-4AC1-CE78-E8C3-91C918EB65FF}"/>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18" name="Picture 10"/>
          <p:cNvPicPr>
            <a:picLocks xmlns:a="http://schemas.openxmlformats.org/drawingml/2006/main" noChangeAspect="1"/>
          </p:cNvPicPr>
          <p:nvPr/>
        </p:nvPicPr>
        <p:blipFill>
          <a:blip xmlns:r="http://schemas.openxmlformats.org/officeDocument/2006/relationships" xmlns:a="http://schemas.openxmlformats.org/drawingml/2006/main" r:embed="Rdcdab93cf36a44a3">
            <a:extLst>
              <a:ext uri="{96DAC541-7B7A-43D3-8B79-37D633B846F1}">
                <asvg:svgBlip xmlns:asvg="http://schemas.microsoft.com/office/drawing/2016/SVG/main" r:embed="R74d14f00b6fd4c9f"/>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16.xml><?xml version="1.0" encoding="utf-8"?>
<p:sldLayout xmlns:p="http://schemas.openxmlformats.org/presentationml/2006/main" userDrawn="1">
  <p:cSld name="2 col w/ subtitle">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7" name="Title 6">
            <a:extLst xmlns:a="http://schemas.openxmlformats.org/drawingml/2006/main">
              <a:ext uri="{FF2B5EF4-FFF2-40B4-BE49-F238E27FC236}">
                <a16:creationId xmlns:a16="http://schemas.microsoft.com/office/drawing/2014/main" id="{26051FEB-8711-61FA-8B98-3D5E4C1842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9" name="Content Placeholder 8">
            <a:extLst xmlns:a="http://schemas.openxmlformats.org/drawingml/2006/main">
              <a:ext uri="{FF2B5EF4-FFF2-40B4-BE49-F238E27FC236}">
                <a16:creationId xmlns:a16="http://schemas.microsoft.com/office/drawing/2014/main" id="{A321297B-AC8A-917E-8B8D-0D2F244EFA8E}"/>
              </a:ext>
            </a:extLst>
          </p:cNvPr>
          <p:cNvSpPr>
            <a:spLocks xmlns:a="http://schemas.openxmlformats.org/drawingml/2006/main" noGrp="1"/>
          </p:cNvSpPr>
          <p:nvPr>
            <p:ph idx="14"/>
          </p:nvPr>
        </p:nvSpPr>
        <p:spPr>
          <a:xfrm xmlns:a="http://schemas.openxmlformats.org/drawingml/2006/main">
            <a:off x="457201" y="1244601"/>
            <a:ext cx="3981450" cy="3454400"/>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Straight Connector 9">
            <a:extLst xmlns:a="http://schemas.openxmlformats.org/drawingml/2006/main">
              <a:ext uri="{FF2B5EF4-FFF2-40B4-BE49-F238E27FC236}">
                <a16:creationId xmlns:a16="http://schemas.microsoft.com/office/drawing/2014/main" id="{9180665E-4E57-4F93-92A0-74B9FDF1FB86}"/>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2" name="Content Placeholder 8">
            <a:extLst xmlns:a="http://schemas.openxmlformats.org/drawingml/2006/main">
              <a:ext uri="{FF2B5EF4-FFF2-40B4-BE49-F238E27FC236}">
                <a16:creationId xmlns:a16="http://schemas.microsoft.com/office/drawing/2014/main" id="{06AB61CD-234B-CF07-28F0-1B51E9C91998}"/>
              </a:ext>
            </a:extLst>
          </p:cNvPr>
          <p:cNvSpPr>
            <a:spLocks xmlns:a="http://schemas.openxmlformats.org/drawingml/2006/main" noGrp="1"/>
          </p:cNvSpPr>
          <p:nvPr>
            <p:ph idx="15"/>
          </p:nvPr>
        </p:nvSpPr>
        <p:spPr>
          <a:xfrm xmlns:a="http://schemas.openxmlformats.org/drawingml/2006/main">
            <a:off x="4705350" y="1244601"/>
            <a:ext cx="3978274" cy="3454400"/>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Text Placeholder 6">
            <a:extLst xmlns:a="http://schemas.openxmlformats.org/drawingml/2006/main">
              <a:ext uri="{FF2B5EF4-FFF2-40B4-BE49-F238E27FC236}">
                <a16:creationId xmlns:a16="http://schemas.microsoft.com/office/drawing/2014/main" id="{77E340DD-B13B-5E2D-38CD-1CD5755987E0}"/>
              </a:ext>
            </a:extLst>
          </p:cNvPr>
          <p:cNvSpPr>
            <a:spLocks xmlns:a="http://schemas.openxmlformats.org/drawingml/2006/main" noGrp="1"/>
          </p:cNvSpPr>
          <p:nvPr>
            <p:ph type="body" idx="10"/>
          </p:nvPr>
        </p:nvSpPr>
        <p:spPr>
          <a:xfrm xmlns:a="http://schemas.openxmlformats.org/drawingml/2006/main">
            <a:off x="457200" y="836612"/>
            <a:ext cx="8226425" cy="4079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spcAft>
                <a:spcPts val="0"/>
              </a:spcAft>
              <a:buNone/>
              <a:defRPr sz="1300" b="1">
                <a:solidFill>
                  <a:schemeClr val="accent5"/>
                </a:solidFill>
              </a:defRPr>
            </a:lvl1pPr>
            <a:lvl2pPr marL="0" indent="0">
              <a:buNone/>
              <a:defRPr sz="1000" b="1">
                <a:solidFill>
                  <a:schemeClr val="accent5"/>
                </a:solidFill>
              </a:defRPr>
            </a:lvl2pPr>
            <a:lvl3pPr marL="0" indent="0">
              <a:buNone/>
              <a:defRPr sz="1000">
                <a:solidFill>
                  <a:schemeClr val="accent5"/>
                </a:solidFill>
              </a:defRPr>
            </a:lvl3pPr>
            <a:lvl4pPr marL="0" indent="0">
              <a:buNone/>
              <a:defRPr sz="1000" b="1">
                <a:solidFill>
                  <a:schemeClr val="accent5"/>
                </a:solidFill>
              </a:defRPr>
            </a:lvl4pPr>
            <a:lvl5pPr marL="0" indent="0">
              <a:buNone/>
              <a:defRPr sz="1000" b="1">
                <a:solidFill>
                  <a:schemeClr val="accent5"/>
                </a:solidFill>
              </a:defRPr>
            </a:lvl5pPr>
            <a:lvl6pPr marL="0" indent="0">
              <a:buFontTx/>
              <a:buNone/>
              <a:defRPr sz="1000" b="1">
                <a:solidFill>
                  <a:schemeClr val="accent5"/>
                </a:solidFill>
              </a:defRPr>
            </a:lvl6pPr>
            <a:lvl7pPr marL="0" indent="0">
              <a:buFontTx/>
              <a:buNone/>
              <a:defRPr sz="1000" b="1">
                <a:solidFill>
                  <a:schemeClr val="accent5"/>
                </a:solidFill>
              </a:defRPr>
            </a:lvl7pPr>
            <a:lvl8pPr marL="0" indent="0">
              <a:buFontTx/>
              <a:buNone/>
              <a:defRPr sz="1000" b="1">
                <a:solidFill>
                  <a:schemeClr val="accent5"/>
                </a:solidFill>
              </a:defRPr>
            </a:lvl8pPr>
            <a:lvl9pPr marL="0" indent="0">
              <a:buFontTx/>
              <a:buNone/>
              <a:defRPr sz="1000" b="1">
                <a:solidFill>
                  <a:schemeClr val="accent5"/>
                </a:solidFill>
              </a:defRPr>
            </a:lvl9pPr>
          </a:lstStyle>
          <a:p xmlns:a="http://schemas.openxmlformats.org/drawingml/2006/main">
            <a:pPr lvl="0">
              <a:buNone/>
            </a:pPr>
            <a:r>
              <a:t>Click to edit Master text styles</a:t>
            </a:r>
          </a:p>
        </p:txBody>
      </p:sp>
      <p:sp>
        <p:nvSpPr>
          <p:cNvPr id="5" name="TextBox 4">
            <a:extLst xmlns:a="http://schemas.openxmlformats.org/drawingml/2006/main">
              <a:ext uri="{FF2B5EF4-FFF2-40B4-BE49-F238E27FC236}">
                <a16:creationId xmlns:a16="http://schemas.microsoft.com/office/drawing/2014/main" id="{6F53226C-324C-EED9-165E-AB7CC543FCA3}"/>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19" name="Picture 10"/>
          <p:cNvPicPr>
            <a:picLocks xmlns:a="http://schemas.openxmlformats.org/drawingml/2006/main" noChangeAspect="1"/>
          </p:cNvPicPr>
          <p:nvPr/>
        </p:nvPicPr>
        <p:blipFill>
          <a:blip xmlns:r="http://schemas.openxmlformats.org/officeDocument/2006/relationships" xmlns:a="http://schemas.openxmlformats.org/drawingml/2006/main" r:embed="R509bb507e9464756">
            <a:extLst>
              <a:ext uri="{96DAC541-7B7A-43D3-8B79-37D633B846F1}">
                <asvg:svgBlip xmlns:asvg="http://schemas.microsoft.com/office/drawing/2016/SVG/main" r:embed="Ra7cb24bec3864e4e"/>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17.xml><?xml version="1.0" encoding="utf-8"?>
<p:sldLayout xmlns:p="http://schemas.openxmlformats.org/presentationml/2006/main" userDrawn="1">
  <p:cSld name="2 col content callout">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7" name="Title 6">
            <a:extLst xmlns:a="http://schemas.openxmlformats.org/drawingml/2006/main">
              <a:ext uri="{FF2B5EF4-FFF2-40B4-BE49-F238E27FC236}">
                <a16:creationId xmlns:a16="http://schemas.microsoft.com/office/drawing/2014/main" id="{26051FEB-8711-61FA-8B98-3D5E4C1842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0" name="Straight Connector 9">
            <a:extLst xmlns:a="http://schemas.openxmlformats.org/drawingml/2006/main">
              <a:ext uri="{FF2B5EF4-FFF2-40B4-BE49-F238E27FC236}">
                <a16:creationId xmlns:a16="http://schemas.microsoft.com/office/drawing/2014/main" id="{0631820A-FB22-4BCF-838E-486F8E9B0B9A}"/>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2" name="Content Placeholder 8">
            <a:extLst xmlns:a="http://schemas.openxmlformats.org/drawingml/2006/main">
              <a:ext uri="{FF2B5EF4-FFF2-40B4-BE49-F238E27FC236}">
                <a16:creationId xmlns:a16="http://schemas.microsoft.com/office/drawing/2014/main" id="{06AB61CD-234B-CF07-28F0-1B51E9C91998}"/>
              </a:ext>
            </a:extLst>
          </p:cNvPr>
          <p:cNvSpPr>
            <a:spLocks xmlns:a="http://schemas.openxmlformats.org/drawingml/2006/main" noGrp="1"/>
          </p:cNvSpPr>
          <p:nvPr>
            <p:ph idx="15"/>
          </p:nvPr>
        </p:nvSpPr>
        <p:spPr>
          <a:xfrm xmlns:a="http://schemas.openxmlformats.org/drawingml/2006/main">
            <a:off x="4705350" y="1244601"/>
            <a:ext cx="3978274" cy="3454400"/>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FE67E93A-3308-2D60-D4A1-DC64079A6A63}"/>
              </a:ext>
            </a:extLst>
          </p:cNvPr>
          <p:cNvSpPr>
            <a:spLocks xmlns:a="http://schemas.openxmlformats.org/drawingml/2006/main" noGrp="1"/>
          </p:cNvSpPr>
          <p:nvPr>
            <p:ph type="body" idx="16"/>
          </p:nvPr>
        </p:nvSpPr>
        <p:spPr>
          <a:xfrm xmlns:a="http://schemas.openxmlformats.org/drawingml/2006/main">
            <a:off x="457200" y="1244601"/>
            <a:ext cx="3981450" cy="2514600"/>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3" name="Text Placeholder 12">
            <a:extLst xmlns:a="http://schemas.openxmlformats.org/drawingml/2006/main">
              <a:ext uri="{FF2B5EF4-FFF2-40B4-BE49-F238E27FC236}">
                <a16:creationId xmlns:a16="http://schemas.microsoft.com/office/drawing/2014/main" id="{E56138CD-CC4A-8ACB-5943-50AD71EDE708}"/>
              </a:ext>
            </a:extLst>
          </p:cNvPr>
          <p:cNvSpPr>
            <a:spLocks xmlns:a="http://schemas.openxmlformats.org/drawingml/2006/main" noGrp="1"/>
          </p:cNvSpPr>
          <p:nvPr>
            <p:ph type="body" idx="17"/>
          </p:nvPr>
        </p:nvSpPr>
        <p:spPr>
          <a:xfrm xmlns:a="http://schemas.openxmlformats.org/drawingml/2006/main">
            <a:off x="457200" y="3859213"/>
            <a:ext cx="3981450" cy="839787"/>
          </a:xfrm>
          <a:prstGeom xmlns:a="http://schemas.openxmlformats.org/drawingml/2006/main" prst="rect">
            <a:avLst/>
          </a:prstGeom>
          <a:blipFill xmlns:a="http://schemas.openxmlformats.org/drawingml/2006/main">
            <a:blip xmlns:r="http://schemas.openxmlformats.org/officeDocument/2006/relationships" r:embed="Rb6a33ec608ed42cb"/>
            <a:stretch>
              <a:fillRect l="0" t="0" r="0" b="0"/>
            </a:stretch>
          </a:blipFill>
        </p:spPr>
        <p:txBody>
          <a:bodyPr xmlns:a="http://schemas.openxmlformats.org/drawingml/2006/main" lIns="182880" rIns="182880" anchor="ctr"/>
          <a:lstStyle xmlns:a="http://schemas.openxmlformats.org/drawingml/2006/main">
            <a:lvl1pPr>
              <a:buNone/>
              <a:defRPr sz="1200" b="1">
                <a:solidFill>
                  <a:schemeClr val="accent5"/>
                </a:solidFill>
              </a:defRPr>
            </a:lvl1pPr>
            <a:lvl2pPr>
              <a:buNone/>
              <a:defRPr sz="1200" b="1">
                <a:solidFill>
                  <a:schemeClr val="accent5"/>
                </a:solidFill>
              </a:defRPr>
            </a:lvl2pPr>
            <a:lvl3pPr>
              <a:buNone/>
              <a:defRPr sz="1200" b="1">
                <a:solidFill>
                  <a:schemeClr val="accent5"/>
                </a:solidFill>
              </a:defRPr>
            </a:lvl3pPr>
            <a:lvl4pPr>
              <a:buNone/>
              <a:defRPr sz="1200" b="1">
                <a:solidFill>
                  <a:schemeClr val="accent5"/>
                </a:solidFill>
              </a:defRPr>
            </a:lvl4pPr>
            <a:lvl5pPr>
              <a:buNone/>
              <a:defRPr sz="1200" b="1">
                <a:solidFill>
                  <a:schemeClr val="accent5"/>
                </a:solidFill>
              </a:defRPr>
            </a:lvl5pPr>
          </a:lstStyle>
          <a:p xmlns:a="http://schemas.openxmlformats.org/drawingml/2006/main">
            <a:pPr lvl="0">
              <a:buNone/>
            </a:pPr>
            <a:r>
              <a:t>Click to edit Master text styles</a:t>
            </a:r>
          </a:p>
        </p:txBody>
      </p:sp>
      <p:sp>
        <p:nvSpPr>
          <p:cNvPr id="9" name="Text Placeholder 6">
            <a:extLst xmlns:a="http://schemas.openxmlformats.org/drawingml/2006/main">
              <a:ext uri="{FF2B5EF4-FFF2-40B4-BE49-F238E27FC236}">
                <a16:creationId xmlns:a16="http://schemas.microsoft.com/office/drawing/2014/main" id="{424EBCCD-6B74-3F0F-F616-E36FDE5F3348}"/>
              </a:ext>
            </a:extLst>
          </p:cNvPr>
          <p:cNvSpPr>
            <a:spLocks xmlns:a="http://schemas.openxmlformats.org/drawingml/2006/main" noGrp="1"/>
          </p:cNvSpPr>
          <p:nvPr>
            <p:ph type="body" idx="10"/>
          </p:nvPr>
        </p:nvSpPr>
        <p:spPr>
          <a:xfrm xmlns:a="http://schemas.openxmlformats.org/drawingml/2006/main">
            <a:off x="457200" y="836612"/>
            <a:ext cx="8226425" cy="4079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spcAft>
                <a:spcPts val="0"/>
              </a:spcAft>
              <a:buNone/>
              <a:defRPr sz="1300" b="1">
                <a:solidFill>
                  <a:schemeClr val="accent5"/>
                </a:solidFill>
              </a:defRPr>
            </a:lvl1pPr>
            <a:lvl2pPr marL="0" indent="0">
              <a:buNone/>
              <a:defRPr sz="1000" b="1">
                <a:solidFill>
                  <a:schemeClr val="accent5"/>
                </a:solidFill>
              </a:defRPr>
            </a:lvl2pPr>
            <a:lvl3pPr marL="0" indent="0">
              <a:buNone/>
              <a:defRPr sz="1000">
                <a:solidFill>
                  <a:schemeClr val="accent5"/>
                </a:solidFill>
              </a:defRPr>
            </a:lvl3pPr>
            <a:lvl4pPr marL="0" indent="0">
              <a:buNone/>
              <a:defRPr sz="1000" b="1">
                <a:solidFill>
                  <a:schemeClr val="accent5"/>
                </a:solidFill>
              </a:defRPr>
            </a:lvl4pPr>
            <a:lvl5pPr marL="0" indent="0">
              <a:buNone/>
              <a:defRPr sz="1000" b="1">
                <a:solidFill>
                  <a:schemeClr val="accent5"/>
                </a:solidFill>
              </a:defRPr>
            </a:lvl5pPr>
            <a:lvl6pPr marL="0" indent="0">
              <a:buFontTx/>
              <a:buNone/>
              <a:defRPr sz="1000" b="1">
                <a:solidFill>
                  <a:schemeClr val="accent5"/>
                </a:solidFill>
              </a:defRPr>
            </a:lvl6pPr>
            <a:lvl7pPr marL="0" indent="0">
              <a:buFontTx/>
              <a:buNone/>
              <a:defRPr sz="1000" b="1">
                <a:solidFill>
                  <a:schemeClr val="accent5"/>
                </a:solidFill>
              </a:defRPr>
            </a:lvl7pPr>
            <a:lvl8pPr marL="0" indent="0">
              <a:buFontTx/>
              <a:buNone/>
              <a:defRPr sz="1000" b="1">
                <a:solidFill>
                  <a:schemeClr val="accent5"/>
                </a:solidFill>
              </a:defRPr>
            </a:lvl8pPr>
            <a:lvl9pPr marL="0" indent="0">
              <a:buFontTx/>
              <a:buNone/>
              <a:defRPr sz="1000" b="1">
                <a:solidFill>
                  <a:schemeClr val="accent5"/>
                </a:solidFill>
              </a:defRPr>
            </a:lvl9pPr>
          </a:lstStyle>
          <a:p xmlns:a="http://schemas.openxmlformats.org/drawingml/2006/main">
            <a:pPr lvl="0">
              <a:buNone/>
            </a:pPr>
            <a:r>
              <a:t>Click to edit Master text styles</a:t>
            </a:r>
          </a:p>
        </p:txBody>
      </p:sp>
      <p:sp>
        <p:nvSpPr>
          <p:cNvPr id="8" name="TextBox 7">
            <a:extLst xmlns:a="http://schemas.openxmlformats.org/drawingml/2006/main">
              <a:ext uri="{FF2B5EF4-FFF2-40B4-BE49-F238E27FC236}">
                <a16:creationId xmlns:a16="http://schemas.microsoft.com/office/drawing/2014/main" id="{F8E18832-A4C6-D0D4-BE60-2F5D70A077CB}"/>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23" name="Picture 10"/>
          <p:cNvPicPr>
            <a:picLocks xmlns:a="http://schemas.openxmlformats.org/drawingml/2006/main" noChangeAspect="1"/>
          </p:cNvPicPr>
          <p:nvPr/>
        </p:nvPicPr>
        <p:blipFill>
          <a:blip xmlns:r="http://schemas.openxmlformats.org/officeDocument/2006/relationships" xmlns:a="http://schemas.openxmlformats.org/drawingml/2006/main" r:embed="R4f30d1fa92894ff9">
            <a:extLst>
              <a:ext uri="{96DAC541-7B7A-43D3-8B79-37D633B846F1}">
                <asvg:svgBlip xmlns:asvg="http://schemas.microsoft.com/office/drawing/2016/SVG/main" r:embed="Rf6d9069a24224886"/>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18.xml><?xml version="1.0" encoding="utf-8"?>
<p:sldLayout xmlns:p="http://schemas.openxmlformats.org/presentationml/2006/main" userDrawn="1">
  <p:cSld name="3 col content">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7" name="Title 6">
            <a:extLst xmlns:a="http://schemas.openxmlformats.org/drawingml/2006/main">
              <a:ext uri="{FF2B5EF4-FFF2-40B4-BE49-F238E27FC236}">
                <a16:creationId xmlns:a16="http://schemas.microsoft.com/office/drawing/2014/main" id="{26051FEB-8711-61FA-8B98-3D5E4C1842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9" name="Content Placeholder 8">
            <a:extLst xmlns:a="http://schemas.openxmlformats.org/drawingml/2006/main">
              <a:ext uri="{FF2B5EF4-FFF2-40B4-BE49-F238E27FC236}">
                <a16:creationId xmlns:a16="http://schemas.microsoft.com/office/drawing/2014/main" id="{A321297B-AC8A-917E-8B8D-0D2F244EFA8E}"/>
              </a:ext>
            </a:extLst>
          </p:cNvPr>
          <p:cNvSpPr>
            <a:spLocks xmlns:a="http://schemas.openxmlformats.org/drawingml/2006/main" noGrp="1"/>
          </p:cNvSpPr>
          <p:nvPr>
            <p:ph idx="14"/>
          </p:nvPr>
        </p:nvSpPr>
        <p:spPr>
          <a:xfrm xmlns:a="http://schemas.openxmlformats.org/drawingml/2006/main">
            <a:off x="457201" y="836614"/>
            <a:ext cx="2562224" cy="3862388"/>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Straight Connector 9">
            <a:extLst xmlns:a="http://schemas.openxmlformats.org/drawingml/2006/main">
              <a:ext uri="{FF2B5EF4-FFF2-40B4-BE49-F238E27FC236}">
                <a16:creationId xmlns:a16="http://schemas.microsoft.com/office/drawing/2014/main" id="{148745A3-4463-4072-B5F7-5A91A86FB7BD}"/>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2" name="Content Placeholder 8">
            <a:extLst xmlns:a="http://schemas.openxmlformats.org/drawingml/2006/main">
              <a:ext uri="{FF2B5EF4-FFF2-40B4-BE49-F238E27FC236}">
                <a16:creationId xmlns:a16="http://schemas.microsoft.com/office/drawing/2014/main" id="{06AB61CD-234B-CF07-28F0-1B51E9C91998}"/>
              </a:ext>
            </a:extLst>
          </p:cNvPr>
          <p:cNvSpPr>
            <a:spLocks xmlns:a="http://schemas.openxmlformats.org/drawingml/2006/main" noGrp="1"/>
          </p:cNvSpPr>
          <p:nvPr>
            <p:ph idx="15"/>
          </p:nvPr>
        </p:nvSpPr>
        <p:spPr>
          <a:xfrm xmlns:a="http://schemas.openxmlformats.org/drawingml/2006/main">
            <a:off x="6124574" y="836614"/>
            <a:ext cx="2559049" cy="3862388"/>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Content Placeholder 8">
            <a:extLst xmlns:a="http://schemas.openxmlformats.org/drawingml/2006/main">
              <a:ext uri="{FF2B5EF4-FFF2-40B4-BE49-F238E27FC236}">
                <a16:creationId xmlns:a16="http://schemas.microsoft.com/office/drawing/2014/main" id="{BAB2F909-33B4-6C83-7E13-3FFD20B6252C}"/>
              </a:ext>
            </a:extLst>
          </p:cNvPr>
          <p:cNvSpPr>
            <a:spLocks xmlns:a="http://schemas.openxmlformats.org/drawingml/2006/main" noGrp="1"/>
          </p:cNvSpPr>
          <p:nvPr>
            <p:ph idx="16"/>
          </p:nvPr>
        </p:nvSpPr>
        <p:spPr>
          <a:xfrm xmlns:a="http://schemas.openxmlformats.org/drawingml/2006/main">
            <a:off x="3294064" y="836614"/>
            <a:ext cx="2559049" cy="3862388"/>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TextBox 7">
            <a:extLst xmlns:a="http://schemas.openxmlformats.org/drawingml/2006/main">
              <a:ext uri="{FF2B5EF4-FFF2-40B4-BE49-F238E27FC236}">
                <a16:creationId xmlns:a16="http://schemas.microsoft.com/office/drawing/2014/main" id="{6D7578DD-6DC9-5EC6-07D1-8A5CB424CFB2}"/>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19" name="Picture 10"/>
          <p:cNvPicPr>
            <a:picLocks xmlns:a="http://schemas.openxmlformats.org/drawingml/2006/main" noChangeAspect="1"/>
          </p:cNvPicPr>
          <p:nvPr/>
        </p:nvPicPr>
        <p:blipFill>
          <a:blip xmlns:r="http://schemas.openxmlformats.org/officeDocument/2006/relationships" xmlns:a="http://schemas.openxmlformats.org/drawingml/2006/main" r:embed="R9d0ae09183334de2">
            <a:extLst>
              <a:ext uri="{96DAC541-7B7A-43D3-8B79-37D633B846F1}">
                <asvg:svgBlip xmlns:asvg="http://schemas.microsoft.com/office/drawing/2016/SVG/main" r:embed="R187aec6ee25f4a99"/>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19.xml><?xml version="1.0" encoding="utf-8"?>
<p:sldLayout xmlns:p="http://schemas.openxmlformats.org/presentationml/2006/main" userDrawn="1">
  <p:cSld name="3 col fill content">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7" name="Title 6">
            <a:extLst xmlns:a="http://schemas.openxmlformats.org/drawingml/2006/main">
              <a:ext uri="{FF2B5EF4-FFF2-40B4-BE49-F238E27FC236}">
                <a16:creationId xmlns:a16="http://schemas.microsoft.com/office/drawing/2014/main" id="{26051FEB-8711-61FA-8B98-3D5E4C1842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0" name="Straight Connector 9">
            <a:extLst xmlns:a="http://schemas.openxmlformats.org/drawingml/2006/main">
              <a:ext uri="{FF2B5EF4-FFF2-40B4-BE49-F238E27FC236}">
                <a16:creationId xmlns:a16="http://schemas.microsoft.com/office/drawing/2014/main" id="{964341F6-93E0-4D58-A284-D286F25868BF}"/>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14" name="Text Placeholder 13">
            <a:extLst xmlns:a="http://schemas.openxmlformats.org/drawingml/2006/main">
              <a:ext uri="{FF2B5EF4-FFF2-40B4-BE49-F238E27FC236}">
                <a16:creationId xmlns:a16="http://schemas.microsoft.com/office/drawing/2014/main" id="{A65ACA1E-5D9C-4F6B-EB9C-E4765589B0E0}"/>
              </a:ext>
            </a:extLst>
          </p:cNvPr>
          <p:cNvSpPr>
            <a:spLocks xmlns:a="http://schemas.openxmlformats.org/drawingml/2006/main" noGrp="1"/>
          </p:cNvSpPr>
          <p:nvPr>
            <p:ph type="body" idx="14"/>
          </p:nvPr>
        </p:nvSpPr>
        <p:spPr>
          <a:xfrm xmlns:a="http://schemas.openxmlformats.org/drawingml/2006/main">
            <a:off x="457200" y="842697"/>
            <a:ext cx="2562225" cy="3856303"/>
          </a:xfrm>
          <a:prstGeom xmlns:a="http://schemas.openxmlformats.org/drawingml/2006/main" prst="rect">
            <a:avLst/>
          </a:prstGeom>
          <a:solidFill xmlns:a="http://schemas.openxmlformats.org/drawingml/2006/main">
            <a:schemeClr val="bg1"/>
          </a:solidFill>
        </p:spPr>
        <p:txBody>
          <a:bodyPr xmlns:a="http://schemas.openxmlformats.org/drawingml/2006/main" lIns="228600" tIns="1097280" rIns="228600"/>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6" name="Picture Placeholder 15">
            <a:extLst xmlns:a="http://schemas.openxmlformats.org/drawingml/2006/main">
              <a:ext uri="{FF2B5EF4-FFF2-40B4-BE49-F238E27FC236}">
                <a16:creationId xmlns:a16="http://schemas.microsoft.com/office/drawing/2014/main" id="{3DFB8298-A634-778B-ED36-87DC55A588EC}"/>
              </a:ext>
            </a:extLst>
          </p:cNvPr>
          <p:cNvSpPr>
            <a:spLocks xmlns:a="http://schemas.openxmlformats.org/drawingml/2006/main" noGrp="1"/>
          </p:cNvSpPr>
          <p:nvPr>
            <p:ph type="pic" idx="15" hasCustomPrompt="1"/>
          </p:nvPr>
        </p:nvSpPr>
        <p:spPr>
          <a:xfrm xmlns:a="http://schemas.openxmlformats.org/drawingml/2006/main">
            <a:off x="710671" y="1214172"/>
            <a:ext cx="620712" cy="620712"/>
          </a:xfrm>
        </p:spPr>
        <p:txBody>
          <a:bodyPr xmlns:a="http://schemas.openxmlformats.org/drawingml/2006/main"/>
          <a:lstStyle xmlns:a="http://schemas.openxmlformats.org/drawingml/2006/main">
            <a:lvl1pPr algn="ctr">
              <a:buNone/>
              <a:defRPr/>
            </a:lvl1pPr>
          </a:lstStyle>
          <a:p xmlns:a="http://schemas.openxmlformats.org/drawingml/2006/main">
            <a:r>
              <a:t>icon</a:t>
            </a:r>
          </a:p>
        </p:txBody>
      </p:sp>
      <p:sp>
        <p:nvSpPr>
          <p:cNvPr id="17" name="Text Placeholder 13">
            <a:extLst xmlns:a="http://schemas.openxmlformats.org/drawingml/2006/main">
              <a:ext uri="{FF2B5EF4-FFF2-40B4-BE49-F238E27FC236}">
                <a16:creationId xmlns:a16="http://schemas.microsoft.com/office/drawing/2014/main" id="{D81A6B26-EE9F-6E33-D123-BC72D729621A}"/>
              </a:ext>
            </a:extLst>
          </p:cNvPr>
          <p:cNvSpPr>
            <a:spLocks xmlns:a="http://schemas.openxmlformats.org/drawingml/2006/main" noGrp="1"/>
          </p:cNvSpPr>
          <p:nvPr>
            <p:ph type="body" idx="16"/>
          </p:nvPr>
        </p:nvSpPr>
        <p:spPr>
          <a:xfrm xmlns:a="http://schemas.openxmlformats.org/drawingml/2006/main">
            <a:off x="3290888" y="842697"/>
            <a:ext cx="2562225" cy="3856303"/>
          </a:xfrm>
          <a:prstGeom xmlns:a="http://schemas.openxmlformats.org/drawingml/2006/main" prst="rect">
            <a:avLst/>
          </a:prstGeom>
          <a:solidFill xmlns:a="http://schemas.openxmlformats.org/drawingml/2006/main">
            <a:schemeClr val="bg1"/>
          </a:solidFill>
        </p:spPr>
        <p:txBody>
          <a:bodyPr xmlns:a="http://schemas.openxmlformats.org/drawingml/2006/main" lIns="228600" tIns="1097280" rIns="228600"/>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8" name="Picture Placeholder 15">
            <a:extLst xmlns:a="http://schemas.openxmlformats.org/drawingml/2006/main">
              <a:ext uri="{FF2B5EF4-FFF2-40B4-BE49-F238E27FC236}">
                <a16:creationId xmlns:a16="http://schemas.microsoft.com/office/drawing/2014/main" id="{6057C7F5-2225-5761-931C-57E141142CD9}"/>
              </a:ext>
            </a:extLst>
          </p:cNvPr>
          <p:cNvSpPr>
            <a:spLocks xmlns:a="http://schemas.openxmlformats.org/drawingml/2006/main" noGrp="1"/>
          </p:cNvSpPr>
          <p:nvPr>
            <p:ph type="pic" idx="17" hasCustomPrompt="1"/>
          </p:nvPr>
        </p:nvSpPr>
        <p:spPr>
          <a:xfrm xmlns:a="http://schemas.openxmlformats.org/drawingml/2006/main">
            <a:off x="3544359" y="1214172"/>
            <a:ext cx="620712" cy="620712"/>
          </a:xfrm>
        </p:spPr>
        <p:txBody>
          <a:bodyPr xmlns:a="http://schemas.openxmlformats.org/drawingml/2006/main"/>
          <a:lstStyle xmlns:a="http://schemas.openxmlformats.org/drawingml/2006/main">
            <a:lvl1pPr algn="ctr">
              <a:buNone/>
              <a:defRPr/>
            </a:lvl1pPr>
          </a:lstStyle>
          <a:p xmlns:a="http://schemas.openxmlformats.org/drawingml/2006/main">
            <a:r>
              <a:t>icon</a:t>
            </a:r>
          </a:p>
        </p:txBody>
      </p:sp>
      <p:sp>
        <p:nvSpPr>
          <p:cNvPr id="19" name="Text Placeholder 13">
            <a:extLst xmlns:a="http://schemas.openxmlformats.org/drawingml/2006/main">
              <a:ext uri="{FF2B5EF4-FFF2-40B4-BE49-F238E27FC236}">
                <a16:creationId xmlns:a16="http://schemas.microsoft.com/office/drawing/2014/main" id="{C63E35DC-A9C2-295E-FA51-63228B0A2AAA}"/>
              </a:ext>
            </a:extLst>
          </p:cNvPr>
          <p:cNvSpPr>
            <a:spLocks xmlns:a="http://schemas.openxmlformats.org/drawingml/2006/main" noGrp="1"/>
          </p:cNvSpPr>
          <p:nvPr>
            <p:ph type="body" idx="18"/>
          </p:nvPr>
        </p:nvSpPr>
        <p:spPr>
          <a:xfrm xmlns:a="http://schemas.openxmlformats.org/drawingml/2006/main">
            <a:off x="6124575" y="842697"/>
            <a:ext cx="2562225" cy="3856303"/>
          </a:xfrm>
          <a:prstGeom xmlns:a="http://schemas.openxmlformats.org/drawingml/2006/main" prst="rect">
            <a:avLst/>
          </a:prstGeom>
          <a:solidFill xmlns:a="http://schemas.openxmlformats.org/drawingml/2006/main">
            <a:schemeClr val="bg1"/>
          </a:solidFill>
        </p:spPr>
        <p:txBody>
          <a:bodyPr xmlns:a="http://schemas.openxmlformats.org/drawingml/2006/main" lIns="228600" tIns="1097280" rIns="228600"/>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0" name="Picture Placeholder 15">
            <a:extLst xmlns:a="http://schemas.openxmlformats.org/drawingml/2006/main">
              <a:ext uri="{FF2B5EF4-FFF2-40B4-BE49-F238E27FC236}">
                <a16:creationId xmlns:a16="http://schemas.microsoft.com/office/drawing/2014/main" id="{971544E0-A4A9-4EC3-D6C2-33FAA3B0EF50}"/>
              </a:ext>
            </a:extLst>
          </p:cNvPr>
          <p:cNvSpPr>
            <a:spLocks xmlns:a="http://schemas.openxmlformats.org/drawingml/2006/main" noGrp="1"/>
          </p:cNvSpPr>
          <p:nvPr>
            <p:ph type="pic" idx="19" hasCustomPrompt="1"/>
          </p:nvPr>
        </p:nvSpPr>
        <p:spPr>
          <a:xfrm xmlns:a="http://schemas.openxmlformats.org/drawingml/2006/main">
            <a:off x="6378046" y="1214172"/>
            <a:ext cx="620712" cy="620712"/>
          </a:xfrm>
        </p:spPr>
        <p:txBody>
          <a:bodyPr xmlns:a="http://schemas.openxmlformats.org/drawingml/2006/main"/>
          <a:lstStyle xmlns:a="http://schemas.openxmlformats.org/drawingml/2006/main">
            <a:lvl1pPr algn="ctr">
              <a:buNone/>
              <a:defRPr/>
            </a:lvl1pPr>
          </a:lstStyle>
          <a:p xmlns:a="http://schemas.openxmlformats.org/drawingml/2006/main">
            <a:r>
              <a:t>icon</a:t>
            </a:r>
          </a:p>
        </p:txBody>
      </p:sp>
      <p:sp>
        <p:nvSpPr>
          <p:cNvPr id="3" name="TextBox 2">
            <a:extLst xmlns:a="http://schemas.openxmlformats.org/drawingml/2006/main">
              <a:ext uri="{FF2B5EF4-FFF2-40B4-BE49-F238E27FC236}">
                <a16:creationId xmlns:a16="http://schemas.microsoft.com/office/drawing/2014/main" id="{548328F1-1206-505B-980C-EBCFC14211CC}"/>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32" name="Picture 10"/>
          <p:cNvPicPr>
            <a:picLocks xmlns:a="http://schemas.openxmlformats.org/drawingml/2006/main" noChangeAspect="1"/>
          </p:cNvPicPr>
          <p:nvPr/>
        </p:nvPicPr>
        <p:blipFill>
          <a:blip xmlns:r="http://schemas.openxmlformats.org/officeDocument/2006/relationships" xmlns:a="http://schemas.openxmlformats.org/drawingml/2006/main" r:embed="R3c1c019ab3f74ec2">
            <a:extLst>
              <a:ext uri="{96DAC541-7B7A-43D3-8B79-37D633B846F1}">
                <asvg:svgBlip xmlns:asvg="http://schemas.microsoft.com/office/drawing/2016/SVG/main" r:embed="Rf4ddfce0a532476b"/>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20.xml><?xml version="1.0" encoding="utf-8"?>
<p:sldLayout xmlns:p="http://schemas.openxmlformats.org/presentationml/2006/main" userDrawn="1">
  <p:cSld name="6 col fill content">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7" name="Title 6">
            <a:extLst xmlns:a="http://schemas.openxmlformats.org/drawingml/2006/main">
              <a:ext uri="{FF2B5EF4-FFF2-40B4-BE49-F238E27FC236}">
                <a16:creationId xmlns:a16="http://schemas.microsoft.com/office/drawing/2014/main" id="{26051FEB-8711-61FA-8B98-3D5E4C1842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0" name="Straight Connector 9">
            <a:extLst xmlns:a="http://schemas.openxmlformats.org/drawingml/2006/main">
              <a:ext uri="{FF2B5EF4-FFF2-40B4-BE49-F238E27FC236}">
                <a16:creationId xmlns:a16="http://schemas.microsoft.com/office/drawing/2014/main" id="{3035CEDA-259D-43F5-B78B-9C6881A43549}"/>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22" name="Text Placeholder 13">
            <a:extLst xmlns:a="http://schemas.openxmlformats.org/drawingml/2006/main">
              <a:ext uri="{FF2B5EF4-FFF2-40B4-BE49-F238E27FC236}">
                <a16:creationId xmlns:a16="http://schemas.microsoft.com/office/drawing/2014/main" id="{D3937441-D61E-DE16-AFF9-9B9901E54976}"/>
              </a:ext>
            </a:extLst>
          </p:cNvPr>
          <p:cNvSpPr>
            <a:spLocks xmlns:a="http://schemas.openxmlformats.org/drawingml/2006/main" noGrp="1"/>
          </p:cNvSpPr>
          <p:nvPr>
            <p:ph type="body" idx="19"/>
          </p:nvPr>
        </p:nvSpPr>
        <p:spPr>
          <a:xfrm xmlns:a="http://schemas.openxmlformats.org/drawingml/2006/main">
            <a:off x="7470070" y="836613"/>
            <a:ext cx="1213555" cy="3862388"/>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 name="Text Placeholder 13">
            <a:extLst xmlns:a="http://schemas.openxmlformats.org/drawingml/2006/main">
              <a:ext uri="{FF2B5EF4-FFF2-40B4-BE49-F238E27FC236}">
                <a16:creationId xmlns:a16="http://schemas.microsoft.com/office/drawing/2014/main" id="{01C429B1-63BB-4E00-8632-427BCFB16136}"/>
              </a:ext>
            </a:extLst>
          </p:cNvPr>
          <p:cNvSpPr>
            <a:spLocks xmlns:a="http://schemas.openxmlformats.org/drawingml/2006/main" noGrp="1"/>
          </p:cNvSpPr>
          <p:nvPr>
            <p:ph type="body" idx="20"/>
          </p:nvPr>
        </p:nvSpPr>
        <p:spPr>
          <a:xfrm xmlns:a="http://schemas.openxmlformats.org/drawingml/2006/main">
            <a:off x="457200" y="836613"/>
            <a:ext cx="1213555" cy="3862388"/>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Text Placeholder 13">
            <a:extLst xmlns:a="http://schemas.openxmlformats.org/drawingml/2006/main">
              <a:ext uri="{FF2B5EF4-FFF2-40B4-BE49-F238E27FC236}">
                <a16:creationId xmlns:a16="http://schemas.microsoft.com/office/drawing/2014/main" id="{861898E6-099E-CCDC-AAC8-202F0C4826FC}"/>
              </a:ext>
            </a:extLst>
          </p:cNvPr>
          <p:cNvSpPr>
            <a:spLocks xmlns:a="http://schemas.openxmlformats.org/drawingml/2006/main" noGrp="1"/>
          </p:cNvSpPr>
          <p:nvPr>
            <p:ph type="body" idx="21"/>
          </p:nvPr>
        </p:nvSpPr>
        <p:spPr>
          <a:xfrm xmlns:a="http://schemas.openxmlformats.org/drawingml/2006/main">
            <a:off x="1859774" y="836613"/>
            <a:ext cx="1213555" cy="3862388"/>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13">
            <a:extLst xmlns:a="http://schemas.openxmlformats.org/drawingml/2006/main">
              <a:ext uri="{FF2B5EF4-FFF2-40B4-BE49-F238E27FC236}">
                <a16:creationId xmlns:a16="http://schemas.microsoft.com/office/drawing/2014/main" id="{EFB7AB34-24AA-36CD-D390-C1591444C102}"/>
              </a:ext>
            </a:extLst>
          </p:cNvPr>
          <p:cNvSpPr>
            <a:spLocks xmlns:a="http://schemas.openxmlformats.org/drawingml/2006/main" noGrp="1"/>
          </p:cNvSpPr>
          <p:nvPr>
            <p:ph type="body" idx="22"/>
          </p:nvPr>
        </p:nvSpPr>
        <p:spPr>
          <a:xfrm xmlns:a="http://schemas.openxmlformats.org/drawingml/2006/main">
            <a:off x="3262348" y="836613"/>
            <a:ext cx="1213555" cy="3862388"/>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Text Placeholder 13">
            <a:extLst xmlns:a="http://schemas.openxmlformats.org/drawingml/2006/main">
              <a:ext uri="{FF2B5EF4-FFF2-40B4-BE49-F238E27FC236}">
                <a16:creationId xmlns:a16="http://schemas.microsoft.com/office/drawing/2014/main" id="{EB6C13BA-F47E-F39B-999A-5D9A5A9049E8}"/>
              </a:ext>
            </a:extLst>
          </p:cNvPr>
          <p:cNvSpPr>
            <a:spLocks xmlns:a="http://schemas.openxmlformats.org/drawingml/2006/main" noGrp="1"/>
          </p:cNvSpPr>
          <p:nvPr>
            <p:ph type="body" idx="23"/>
          </p:nvPr>
        </p:nvSpPr>
        <p:spPr>
          <a:xfrm xmlns:a="http://schemas.openxmlformats.org/drawingml/2006/main">
            <a:off x="4664922" y="836613"/>
            <a:ext cx="1213555" cy="3862388"/>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2" name="Text Placeholder 13">
            <a:extLst xmlns:a="http://schemas.openxmlformats.org/drawingml/2006/main">
              <a:ext uri="{FF2B5EF4-FFF2-40B4-BE49-F238E27FC236}">
                <a16:creationId xmlns:a16="http://schemas.microsoft.com/office/drawing/2014/main" id="{68014352-C009-9929-49EA-949254FC9C74}"/>
              </a:ext>
            </a:extLst>
          </p:cNvPr>
          <p:cNvSpPr>
            <a:spLocks xmlns:a="http://schemas.openxmlformats.org/drawingml/2006/main" noGrp="1"/>
          </p:cNvSpPr>
          <p:nvPr>
            <p:ph type="body" idx="24"/>
          </p:nvPr>
        </p:nvSpPr>
        <p:spPr>
          <a:xfrm xmlns:a="http://schemas.openxmlformats.org/drawingml/2006/main">
            <a:off x="6067496" y="836613"/>
            <a:ext cx="1213555" cy="3862388"/>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9" name="TextBox 8">
            <a:extLst xmlns:a="http://schemas.openxmlformats.org/drawingml/2006/main">
              <a:ext uri="{FF2B5EF4-FFF2-40B4-BE49-F238E27FC236}">
                <a16:creationId xmlns:a16="http://schemas.microsoft.com/office/drawing/2014/main" id="{B2F11995-7303-30BC-499A-CAEFE1822E6E}"/>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34" name="Picture 10"/>
          <p:cNvPicPr>
            <a:picLocks xmlns:a="http://schemas.openxmlformats.org/drawingml/2006/main" noChangeAspect="1"/>
          </p:cNvPicPr>
          <p:nvPr/>
        </p:nvPicPr>
        <p:blipFill>
          <a:blip xmlns:r="http://schemas.openxmlformats.org/officeDocument/2006/relationships" xmlns:a="http://schemas.openxmlformats.org/drawingml/2006/main" r:embed="R980fd3dce3124b60">
            <a:extLst>
              <a:ext uri="{96DAC541-7B7A-43D3-8B79-37D633B846F1}">
                <asvg:svgBlip xmlns:asvg="http://schemas.microsoft.com/office/drawing/2016/SVG/main" r:embed="R166de610b82640dd"/>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21.xml><?xml version="1.0" encoding="utf-8"?>
<p:sldLayout xmlns:p="http://schemas.openxmlformats.org/presentationml/2006/main" userDrawn="1">
  <p:cSld name="3 col content quote">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9" name="Content Placeholder 8">
            <a:extLst xmlns:a="http://schemas.openxmlformats.org/drawingml/2006/main">
              <a:ext uri="{FF2B5EF4-FFF2-40B4-BE49-F238E27FC236}">
                <a16:creationId xmlns:a16="http://schemas.microsoft.com/office/drawing/2014/main" id="{A321297B-AC8A-917E-8B8D-0D2F244EFA8E}"/>
              </a:ext>
            </a:extLst>
          </p:cNvPr>
          <p:cNvSpPr>
            <a:spLocks xmlns:a="http://schemas.openxmlformats.org/drawingml/2006/main" noGrp="1"/>
          </p:cNvSpPr>
          <p:nvPr>
            <p:ph idx="14"/>
          </p:nvPr>
        </p:nvSpPr>
        <p:spPr>
          <a:xfrm xmlns:a="http://schemas.openxmlformats.org/drawingml/2006/main">
            <a:off x="457201" y="836613"/>
            <a:ext cx="2562224" cy="3862388"/>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Straight Connector 9">
            <a:extLst xmlns:a="http://schemas.openxmlformats.org/drawingml/2006/main">
              <a:ext uri="{FF2B5EF4-FFF2-40B4-BE49-F238E27FC236}">
                <a16:creationId xmlns:a16="http://schemas.microsoft.com/office/drawing/2014/main" id="{44121680-5E9A-497F-AE03-5A78D8F02BCD}"/>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3" name="Content Placeholder 8">
            <a:extLst xmlns:a="http://schemas.openxmlformats.org/drawingml/2006/main">
              <a:ext uri="{FF2B5EF4-FFF2-40B4-BE49-F238E27FC236}">
                <a16:creationId xmlns:a16="http://schemas.microsoft.com/office/drawing/2014/main" id="{BAB2F909-33B4-6C83-7E13-3FFD20B6252C}"/>
              </a:ext>
            </a:extLst>
          </p:cNvPr>
          <p:cNvSpPr>
            <a:spLocks xmlns:a="http://schemas.openxmlformats.org/drawingml/2006/main" noGrp="1"/>
          </p:cNvSpPr>
          <p:nvPr>
            <p:ph idx="16"/>
          </p:nvPr>
        </p:nvSpPr>
        <p:spPr>
          <a:xfrm xmlns:a="http://schemas.openxmlformats.org/drawingml/2006/main">
            <a:off x="3294064" y="836613"/>
            <a:ext cx="2559049" cy="3862388"/>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Text Placeholder 7">
            <a:extLst xmlns:a="http://schemas.openxmlformats.org/drawingml/2006/main">
              <a:ext uri="{FF2B5EF4-FFF2-40B4-BE49-F238E27FC236}">
                <a16:creationId xmlns:a16="http://schemas.microsoft.com/office/drawing/2014/main" id="{21B9C360-328C-DC33-C666-00421BCC5E6F}"/>
              </a:ext>
            </a:extLst>
          </p:cNvPr>
          <p:cNvSpPr>
            <a:spLocks xmlns:a="http://schemas.openxmlformats.org/drawingml/2006/main" noGrp="1"/>
          </p:cNvSpPr>
          <p:nvPr>
            <p:ph type="body" idx="17" hasCustomPrompt="1"/>
          </p:nvPr>
        </p:nvSpPr>
        <p:spPr>
          <a:xfrm xmlns:a="http://schemas.openxmlformats.org/drawingml/2006/main">
            <a:off x="6124575" y="425806"/>
            <a:ext cx="2559050" cy="142872"/>
          </a:xfrm>
          <a:prstGeom xmlns:a="http://schemas.openxmlformats.org/drawingml/2006/main" prst="rect">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pPr lvl="0">
              <a:buNone/>
            </a:pPr>
            <a:r>
              <a:t> </a:t>
            </a:r>
          </a:p>
        </p:txBody>
      </p:sp>
      <p:sp>
        <p:nvSpPr>
          <p:cNvPr id="16" name="Text Placeholder 15">
            <a:extLst xmlns:a="http://schemas.openxmlformats.org/drawingml/2006/main">
              <a:ext uri="{FF2B5EF4-FFF2-40B4-BE49-F238E27FC236}">
                <a16:creationId xmlns:a16="http://schemas.microsoft.com/office/drawing/2014/main" id="{697A7D04-53F4-1113-120A-6A1E2D1B5DBB}"/>
              </a:ext>
            </a:extLst>
          </p:cNvPr>
          <p:cNvSpPr>
            <a:spLocks xmlns:a="http://schemas.openxmlformats.org/drawingml/2006/main" noGrp="1"/>
          </p:cNvSpPr>
          <p:nvPr>
            <p:ph type="body" idx="18"/>
          </p:nvPr>
        </p:nvSpPr>
        <p:spPr>
          <a:xfrm xmlns:a="http://schemas.openxmlformats.org/drawingml/2006/main">
            <a:off x="6124574" y="568679"/>
            <a:ext cx="2559049" cy="4130322"/>
          </a:xfrm>
          <a:prstGeom xmlns:a="http://schemas.openxmlformats.org/drawingml/2006/main" prst="rect">
            <a:avLst/>
          </a:prstGeom>
          <a:blipFill xmlns:a="http://schemas.openxmlformats.org/drawingml/2006/main">
            <a:blip xmlns:r="http://schemas.openxmlformats.org/officeDocument/2006/relationships" r:embed="Ra79753b843ab450e"/>
            <a:stretch>
              <a:fillRect l="0" t="0" r="0" b="0"/>
            </a:stretch>
          </a:blipFill>
        </p:spPr>
        <p:txBody>
          <a:bodyPr xmlns:a="http://schemas.openxmlformats.org/drawingml/2006/main" lIns="365760" rIns="365760" anchor="ctr">
            <a:noAutofit/>
          </a:bodyPr>
          <a:lstStyle xmlns:a="http://schemas.openxmlformats.org/drawingml/2006/main">
            <a:lvl1pPr>
              <a:buNone/>
              <a:defRPr sz="1600" b="1">
                <a:solidFill>
                  <a:schemeClr val="accent5"/>
                </a:solidFill>
              </a:defRPr>
            </a:lvl1pPr>
            <a:lvl2pPr>
              <a:buNone/>
              <a:defRPr sz="1400" b="1">
                <a:solidFill>
                  <a:schemeClr val="accent5"/>
                </a:solidFill>
              </a:defRPr>
            </a:lvl2pPr>
            <a:lvl3pPr>
              <a:buNone/>
              <a:defRPr sz="1200" b="1">
                <a:solidFill>
                  <a:schemeClr val="accent5"/>
                </a:solidFill>
              </a:defRPr>
            </a:lvl3pPr>
            <a:lvl4pPr>
              <a:buNone/>
              <a:defRPr sz="1200" b="1">
                <a:solidFill>
                  <a:schemeClr val="accent5"/>
                </a:solidFill>
              </a:defRPr>
            </a:lvl4pPr>
            <a:lvl5pPr>
              <a:buNone/>
              <a:defRPr sz="1200" b="1">
                <a:solidFill>
                  <a:schemeClr val="accent5"/>
                </a:solidFill>
              </a:defRPr>
            </a:lvl5pPr>
          </a:lstStyle>
          <a:p xmlns:a="http://schemas.openxmlformats.org/drawingml/2006/main">
            <a:pPr lvl="0">
              <a:buNone/>
            </a:pPr>
            <a:r>
              <a:t>Click to edit Master text styles</a:t>
            </a:r>
          </a:p>
        </p:txBody>
      </p:sp>
      <p:sp>
        <p:nvSpPr>
          <p:cNvPr id="2" name="TextBox 1">
            <a:extLst xmlns:a="http://schemas.openxmlformats.org/drawingml/2006/main">
              <a:ext uri="{FF2B5EF4-FFF2-40B4-BE49-F238E27FC236}">
                <a16:creationId xmlns:a16="http://schemas.microsoft.com/office/drawing/2014/main" id="{BD95E989-BFC1-B5B6-1712-C0D953EC8A57}"/>
              </a:ext>
            </a:extLst>
          </p:cNvPr>
          <p:cNvSpPr>
            <a:spLocks xmlns:a="http://schemas.openxmlformats.org/drawingml/2006/main" noGrp="1"/>
          </p:cNvSpPr>
          <p:nvPr/>
        </p:nvSpPr>
        <p:spPr>
          <a:xfrm xmlns:a="http://schemas.openxmlformats.org/drawingml/2006/main">
            <a:off x="6204584" y="-240029"/>
            <a:ext cx="2349501" cy="213207"/>
          </a:xfrm>
          <a:prstGeom xmlns:a="http://schemas.openxmlformats.org/drawingml/2006/main" prst="rect">
            <a:avLst/>
          </a:prstGeom>
        </p:spPr>
        <p:txBody>
          <a:bodyPr xmlns:a="http://schemas.openxmlformats.org/drawingml/2006/main" vert="horz" wrap="square" lIns="0" tIns="0" rIns="0" bIns="0">
            <a:noAutofit/>
          </a:bodyPr>
          <a:lstStyle xmlns:a="http://schemas.openxmlformats.org/drawingml/2006/main"/>
          <a:p xmlns:a="http://schemas.openxmlformats.org/drawingml/2006/main">
            <a:pPr marL="0" indent="0" algn="ctr">
              <a:spcBef>
                <a:spcPts val="0"/>
              </a:spcBef>
              <a:spcAft>
                <a:spcPts val="600"/>
              </a:spcAft>
              <a:buFontTx/>
              <a:buNone/>
            </a:pPr>
            <a:r>
              <a:rPr sz="1000" b="0" i="0">
                <a:solidFill>
                  <a:schemeClr val="tx1"/>
                </a:solidFill>
                <a:latin typeface="+mn-lt"/>
                <a:ea typeface="+mn-lt"/>
                <a:cs typeface="+mn-lt"/>
              </a:rPr>
              <a:t>Top bar of quote field can change color</a:t>
            </a:r>
          </a:p>
        </p:txBody>
      </p:sp>
      <p:pic>
        <p:nvPicPr>
          <p:cNvPr id="25" name="Picture 4"/>
          <p:cNvPicPr>
            <a:picLocks xmlns:a="http://schemas.openxmlformats.org/drawingml/2006/main" noChangeAspect="1"/>
          </p:cNvPicPr>
          <p:nvPr/>
        </p:nvPicPr>
        <p:blipFill>
          <a:blip xmlns:r="http://schemas.openxmlformats.org/officeDocument/2006/relationships" xmlns:a="http://schemas.openxmlformats.org/drawingml/2006/main" r:embed="Rf0d084aa9b994faf"/>
          <a:srcRect xmlns:a="http://schemas.openxmlformats.org/drawingml/2006/main" l="0" t="0" r="0" b="0"/>
          <a:stretch xmlns:a="http://schemas.openxmlformats.org/drawingml/2006/main"/>
        </p:blipFill>
        <p:spPr>
          <a:xfrm xmlns:a="http://schemas.openxmlformats.org/drawingml/2006/main">
            <a:off x="457200" y="4845716"/>
            <a:ext cx="1054100" cy="132683"/>
          </a:xfrm>
          <a:prstGeom xmlns:a="http://schemas.openxmlformats.org/drawingml/2006/main" prst="rect">
            <a:avLst/>
          </a:prstGeom>
        </p:spPr>
      </p:pic>
      <p:sp>
        <p:nvSpPr>
          <p:cNvPr id="12" name="Title 11">
            <a:extLst xmlns:a="http://schemas.openxmlformats.org/drawingml/2006/main">
              <a:ext uri="{FF2B5EF4-FFF2-40B4-BE49-F238E27FC236}">
                <a16:creationId xmlns:a16="http://schemas.microsoft.com/office/drawing/2014/main" id="{5F560ADD-BBC6-4D5F-7229-E8D714B44C51}"/>
              </a:ext>
            </a:extLst>
          </p:cNvPr>
          <p:cNvSpPr>
            <a:spLocks xmlns:a="http://schemas.openxmlformats.org/drawingml/2006/main" noGrp="1"/>
          </p:cNvSpPr>
          <p:nvPr>
            <p:ph type="title" idx="0"/>
          </p:nvPr>
        </p:nvSpPr>
        <p:spPr>
          <a:xfrm xmlns:a="http://schemas.openxmlformats.org/drawingml/2006/main">
            <a:off x="457199" y="429767"/>
            <a:ext cx="5395914" cy="406845"/>
          </a:xfrm>
        </p:spPr>
        <p:txBody>
          <a:bodyPr xmlns:a="http://schemas.openxmlformats.org/drawingml/2006/main"/>
          <a:lstStyle xmlns:a="http://schemas.openxmlformats.org/drawingml/2006/main"/>
          <a:p xmlns:a="http://schemas.openxmlformats.org/drawingml/2006/main">
            <a:r>
              <a:t>Click to edit Master title style</a:t>
            </a:r>
          </a:p>
        </p:txBody>
      </p:sp>
      <p:sp>
        <p:nvSpPr>
          <p:cNvPr id="7" name="TextBox 6">
            <a:extLst xmlns:a="http://schemas.openxmlformats.org/drawingml/2006/main">
              <a:ext uri="{FF2B5EF4-FFF2-40B4-BE49-F238E27FC236}">
                <a16:creationId xmlns:a16="http://schemas.microsoft.com/office/drawing/2014/main" id="{955C863F-6C4C-BBE0-265E-E3E1780DBEBE}"/>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spTree>
  </p:cSld>
</p:sldLayout>
</file>

<file path=ppt/slideLayouts/slideLayout22.xml><?xml version="1.0" encoding="utf-8"?>
<p:sldLayout xmlns:p="http://schemas.openxmlformats.org/presentationml/2006/main" userDrawn="1">
  <p:cSld name="Third Page Photo">
    <p:spTree>
      <p:nvGrpSpPr>
        <p:cNvPr id="1" name=""/>
        <p:cNvGrpSpPr/>
        <p:nvPr/>
      </p:nvGrpSpPr>
      <p:grpSpPr>
        <a:xfrm xmlns:a="http://schemas.openxmlformats.org/drawingml/2006/main"/>
      </p:grpSpPr>
      <p:sp>
        <p:nvSpPr>
          <p:cNvPr id="3" name="Picture Placeholder 2">
            <a:extLst xmlns:a="http://schemas.openxmlformats.org/drawingml/2006/main">
              <a:ext uri="{FF2B5EF4-FFF2-40B4-BE49-F238E27FC236}">
                <a16:creationId xmlns:a16="http://schemas.microsoft.com/office/drawing/2014/main" id="{B5D3F54D-8A7D-0A47-925F-703B4F126C7B}"/>
              </a:ext>
            </a:extLst>
          </p:cNvPr>
          <p:cNvSpPr>
            <a:spLocks xmlns:a="http://schemas.openxmlformats.org/drawingml/2006/main" noGrp="1"/>
          </p:cNvSpPr>
          <p:nvPr>
            <p:ph type="pic" idx="11"/>
          </p:nvPr>
        </p:nvSpPr>
        <p:spPr>
          <a:xfrm xmlns:a="http://schemas.openxmlformats.org/drawingml/2006/main">
            <a:off x="6124574" y="836613"/>
            <a:ext cx="2559049" cy="3862388"/>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1188720">
            <a:normAutofit/>
          </a:bodyPr>
          <a:lstStyle xmlns:a="http://schemas.openxmlformats.org/drawingml/2006/main">
            <a:lvl1pPr marL="0" indent="0" algn="ctr">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4" name="Footer Placeholder 3">
            <a:extLst xmlns:a="http://schemas.openxmlformats.org/drawingml/2006/main">
              <a:ext uri="{FF2B5EF4-FFF2-40B4-BE49-F238E27FC236}">
                <a16:creationId xmlns:a16="http://schemas.microsoft.com/office/drawing/2014/main" id="{317F19FF-A844-FF0E-6CAB-FF1CA5C04912}"/>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6" name="Straight Connector 5">
            <a:extLst xmlns:a="http://schemas.openxmlformats.org/drawingml/2006/main">
              <a:ext uri="{FF2B5EF4-FFF2-40B4-BE49-F238E27FC236}">
                <a16:creationId xmlns:a16="http://schemas.microsoft.com/office/drawing/2014/main" id="{EB9B60F2-3E51-4D7D-B046-6A1732FC71A4}"/>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8" name="Content Placeholder 8">
            <a:extLst xmlns:a="http://schemas.openxmlformats.org/drawingml/2006/main">
              <a:ext uri="{FF2B5EF4-FFF2-40B4-BE49-F238E27FC236}">
                <a16:creationId xmlns:a16="http://schemas.microsoft.com/office/drawing/2014/main" id="{F9C32B9F-3117-422E-81A4-EC21D37E76FA}"/>
              </a:ext>
            </a:extLst>
          </p:cNvPr>
          <p:cNvSpPr>
            <a:spLocks xmlns:a="http://schemas.openxmlformats.org/drawingml/2006/main" noGrp="1"/>
          </p:cNvSpPr>
          <p:nvPr>
            <p:ph idx="14"/>
          </p:nvPr>
        </p:nvSpPr>
        <p:spPr>
          <a:xfrm xmlns:a="http://schemas.openxmlformats.org/drawingml/2006/main">
            <a:off x="457201" y="836612"/>
            <a:ext cx="2562224" cy="3862389"/>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9" name="Content Placeholder 8">
            <a:extLst xmlns:a="http://schemas.openxmlformats.org/drawingml/2006/main">
              <a:ext uri="{FF2B5EF4-FFF2-40B4-BE49-F238E27FC236}">
                <a16:creationId xmlns:a16="http://schemas.microsoft.com/office/drawing/2014/main" id="{53372AC2-CB9C-6334-B594-0E088BCC4AFC}"/>
              </a:ext>
            </a:extLst>
          </p:cNvPr>
          <p:cNvSpPr>
            <a:spLocks xmlns:a="http://schemas.openxmlformats.org/drawingml/2006/main" noGrp="1"/>
          </p:cNvSpPr>
          <p:nvPr>
            <p:ph idx="16"/>
          </p:nvPr>
        </p:nvSpPr>
        <p:spPr>
          <a:xfrm xmlns:a="http://schemas.openxmlformats.org/drawingml/2006/main">
            <a:off x="3294064" y="836612"/>
            <a:ext cx="2559049" cy="3862389"/>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Title 6">
            <a:extLst xmlns:a="http://schemas.openxmlformats.org/drawingml/2006/main">
              <a:ext uri="{FF2B5EF4-FFF2-40B4-BE49-F238E27FC236}">
                <a16:creationId xmlns:a16="http://schemas.microsoft.com/office/drawing/2014/main" id="{DEED6EE4-7E61-62EE-BF83-009D8D6A9D2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2" name="TextBox 1">
            <a:extLst xmlns:a="http://schemas.openxmlformats.org/drawingml/2006/main">
              <a:ext uri="{FF2B5EF4-FFF2-40B4-BE49-F238E27FC236}">
                <a16:creationId xmlns:a16="http://schemas.microsoft.com/office/drawing/2014/main" id="{D2FCBD78-60F1-5AD4-2F88-A74DDF822BC1}"/>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18" name="Picture 10"/>
          <p:cNvPicPr>
            <a:picLocks xmlns:a="http://schemas.openxmlformats.org/drawingml/2006/main" noChangeAspect="1"/>
          </p:cNvPicPr>
          <p:nvPr/>
        </p:nvPicPr>
        <p:blipFill>
          <a:blip xmlns:r="http://schemas.openxmlformats.org/officeDocument/2006/relationships" xmlns:a="http://schemas.openxmlformats.org/drawingml/2006/main" r:embed="Rc0338694577542ea">
            <a:extLst>
              <a:ext uri="{96DAC541-7B7A-43D3-8B79-37D633B846F1}">
                <asvg:svgBlip xmlns:asvg="http://schemas.microsoft.com/office/drawing/2016/SVG/main" r:embed="Rd7ce8e7535074869"/>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23.xml><?xml version="1.0" encoding="utf-8"?>
<p:sldLayout xmlns:p="http://schemas.openxmlformats.org/presentationml/2006/main" userDrawn="1">
  <p:cSld name="Half Page Photo">
    <p:spTree>
      <p:nvGrpSpPr>
        <p:cNvPr id="1" name=""/>
        <p:cNvGrpSpPr/>
        <p:nvPr/>
      </p:nvGrpSpPr>
      <p:grpSpPr>
        <a:xfrm xmlns:a="http://schemas.openxmlformats.org/drawingml/2006/main"/>
      </p:grpSpPr>
      <p:sp>
        <p:nvSpPr>
          <p:cNvPr id="5" name="Picture Placeholder 2">
            <a:extLst xmlns:a="http://schemas.openxmlformats.org/drawingml/2006/main">
              <a:ext uri="{FF2B5EF4-FFF2-40B4-BE49-F238E27FC236}">
                <a16:creationId xmlns:a16="http://schemas.microsoft.com/office/drawing/2014/main" id="{330D3000-D8A7-0C48-953C-B631DF447403}"/>
              </a:ext>
            </a:extLst>
          </p:cNvPr>
          <p:cNvSpPr>
            <a:spLocks xmlns:a="http://schemas.openxmlformats.org/drawingml/2006/main" noGrp="1"/>
          </p:cNvSpPr>
          <p:nvPr>
            <p:ph type="pic" idx="11"/>
          </p:nvPr>
        </p:nvSpPr>
        <p:spPr>
          <a:xfrm xmlns:a="http://schemas.openxmlformats.org/drawingml/2006/main">
            <a:off x="4572000" y="457200"/>
            <a:ext cx="4111625" cy="4229107"/>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1737360">
            <a:normAutofit/>
          </a:bodyPr>
          <a:lstStyle xmlns:a="http://schemas.openxmlformats.org/drawingml/2006/main">
            <a:lvl1pPr marL="0" indent="0" algn="ctr">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3" name="Straight Connector 2">
            <a:extLst xmlns:a="http://schemas.openxmlformats.org/drawingml/2006/main">
              <a:ext uri="{FF2B5EF4-FFF2-40B4-BE49-F238E27FC236}">
                <a16:creationId xmlns:a16="http://schemas.microsoft.com/office/drawing/2014/main" id="{656C4D57-2C76-44E6-9008-660CCAE51DE1}"/>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4" name="Footer Placeholder 3">
            <a:extLst xmlns:a="http://schemas.openxmlformats.org/drawingml/2006/main">
              <a:ext uri="{FF2B5EF4-FFF2-40B4-BE49-F238E27FC236}">
                <a16:creationId xmlns:a16="http://schemas.microsoft.com/office/drawing/2014/main" id="{8D9C32AC-F7C2-B526-A7D0-76F43FA34AF6}"/>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10" name="Content Placeholder 8">
            <a:extLst xmlns:a="http://schemas.openxmlformats.org/drawingml/2006/main">
              <a:ext uri="{FF2B5EF4-FFF2-40B4-BE49-F238E27FC236}">
                <a16:creationId xmlns:a16="http://schemas.microsoft.com/office/drawing/2014/main" id="{2BF8DE19-A5C3-1D54-F2B4-D47D7AF9EEA5}"/>
              </a:ext>
            </a:extLst>
          </p:cNvPr>
          <p:cNvSpPr>
            <a:spLocks xmlns:a="http://schemas.openxmlformats.org/drawingml/2006/main" noGrp="1"/>
          </p:cNvSpPr>
          <p:nvPr>
            <p:ph idx="14"/>
          </p:nvPr>
        </p:nvSpPr>
        <p:spPr>
          <a:xfrm xmlns:a="http://schemas.openxmlformats.org/drawingml/2006/main">
            <a:off x="457201" y="836613"/>
            <a:ext cx="3981450" cy="3862388"/>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Title 6">
            <a:extLst xmlns:a="http://schemas.openxmlformats.org/drawingml/2006/main">
              <a:ext uri="{FF2B5EF4-FFF2-40B4-BE49-F238E27FC236}">
                <a16:creationId xmlns:a16="http://schemas.microsoft.com/office/drawing/2014/main" id="{7759E296-AE43-6C98-7D63-D732F678CAE6}"/>
              </a:ext>
            </a:extLst>
          </p:cNvPr>
          <p:cNvSpPr>
            <a:spLocks xmlns:a="http://schemas.openxmlformats.org/drawingml/2006/main" noGrp="1"/>
          </p:cNvSpPr>
          <p:nvPr>
            <p:ph type="title" idx="0"/>
          </p:nvPr>
        </p:nvSpPr>
        <p:spPr>
          <a:xfrm xmlns:a="http://schemas.openxmlformats.org/drawingml/2006/main">
            <a:off x="457199" y="429767"/>
            <a:ext cx="3981450" cy="40684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2" name="TextBox 1">
            <a:extLst xmlns:a="http://schemas.openxmlformats.org/drawingml/2006/main">
              <a:ext uri="{FF2B5EF4-FFF2-40B4-BE49-F238E27FC236}">
                <a16:creationId xmlns:a16="http://schemas.microsoft.com/office/drawing/2014/main" id="{BB20EB4F-1BB4-567A-145C-620D2F1C43AD}"/>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18" name="Picture 10"/>
          <p:cNvPicPr>
            <a:picLocks xmlns:a="http://schemas.openxmlformats.org/drawingml/2006/main" noChangeAspect="1"/>
          </p:cNvPicPr>
          <p:nvPr/>
        </p:nvPicPr>
        <p:blipFill>
          <a:blip xmlns:r="http://schemas.openxmlformats.org/officeDocument/2006/relationships" xmlns:a="http://schemas.openxmlformats.org/drawingml/2006/main" r:embed="R6ae43ce5326b411f">
            <a:extLst>
              <a:ext uri="{96DAC541-7B7A-43D3-8B79-37D633B846F1}">
                <asvg:svgBlip xmlns:asvg="http://schemas.microsoft.com/office/drawing/2016/SVG/main" r:embed="R4549050ad4934e37"/>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24.xml><?xml version="1.0" encoding="utf-8"?>
<p:sldLayout xmlns:p="http://schemas.openxmlformats.org/presentationml/2006/main" userDrawn="1">
  <p:cSld name="Full Page Photo">
    <p:spTree>
      <p:nvGrpSpPr>
        <p:cNvPr id="1" name=""/>
        <p:cNvGrpSpPr/>
        <p:nvPr/>
      </p:nvGrpSpPr>
      <p:grpSpPr>
        <a:xfrm xmlns:a="http://schemas.openxmlformats.org/drawingml/2006/main"/>
      </p:grpSpPr>
      <p:sp>
        <p:nvSpPr>
          <p:cNvPr id="5" name="Picture Placeholder 2">
            <a:extLst xmlns:a="http://schemas.openxmlformats.org/drawingml/2006/main">
              <a:ext uri="{FF2B5EF4-FFF2-40B4-BE49-F238E27FC236}">
                <a16:creationId xmlns:a16="http://schemas.microsoft.com/office/drawing/2014/main" id="{330D3000-D8A7-0C48-953C-B631DF447403}"/>
              </a:ext>
            </a:extLst>
          </p:cNvPr>
          <p:cNvSpPr>
            <a:spLocks xmlns:a="http://schemas.openxmlformats.org/drawingml/2006/main" noGrp="1"/>
          </p:cNvSpPr>
          <p:nvPr>
            <p:ph type="pic" idx="11"/>
          </p:nvPr>
        </p:nvSpPr>
        <p:spPr>
          <a:xfrm xmlns:a="http://schemas.openxmlformats.org/drawingml/2006/main">
            <a:off x="0" y="0"/>
            <a:ext cx="9144000" cy="5143500"/>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219456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Tree>
  </p:cSld>
</p:sldLayout>
</file>

<file path=ppt/slideLayouts/slideLayout25.xml><?xml version="1.0" encoding="utf-8"?>
<p:sldLayout xmlns:p="http://schemas.openxmlformats.org/presentationml/2006/main" userDrawn="1">
  <p:cSld name="Callout">
    <p:bg>
      <p:bgPr>
        <a:blipFill xmlns:a="http://schemas.openxmlformats.org/drawingml/2006/main" rotWithShape="1">
          <a:blip xmlns:r="http://schemas.openxmlformats.org/officeDocument/2006/relationships" r:embed="R4112bf98e14a4b2e">
            <a:lum/>
          </a:blip>
          <a:srcRect l="0" t="0" r="0" b="0"/>
          <a:stretch>
            <a:fillRect l="0" t="0" r="0" b="0"/>
          </a:stretch>
        </a:blipFill>
      </p:bgPr>
    </p:bg>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23F1E446-4F7D-B6B3-EDBC-F9B92F5817B0}"/>
              </a:ext>
            </a:extLst>
          </p:cNvPr>
          <p:cNvSpPr>
            <a:spLocks xmlns:a="http://schemas.openxmlformats.org/drawingml/2006/main" noGrp="1"/>
          </p:cNvSpPr>
          <p:nvPr>
            <p:ph type="ftr" idx="10"/>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9" name="Text Placeholder 6">
            <a:extLst xmlns:a="http://schemas.openxmlformats.org/drawingml/2006/main">
              <a:ext uri="{FF2B5EF4-FFF2-40B4-BE49-F238E27FC236}">
                <a16:creationId xmlns:a16="http://schemas.microsoft.com/office/drawing/2014/main" id="{91C0FCD5-6139-A326-F8FF-A8A65C54D221}"/>
              </a:ext>
            </a:extLst>
          </p:cNvPr>
          <p:cNvSpPr>
            <a:spLocks xmlns:a="http://schemas.openxmlformats.org/drawingml/2006/main" noGrp="1"/>
          </p:cNvSpPr>
          <p:nvPr>
            <p:ph type="body" idx="12"/>
          </p:nvPr>
        </p:nvSpPr>
        <p:spPr>
          <a:xfrm xmlns:a="http://schemas.openxmlformats.org/drawingml/2006/main">
            <a:off x="457200" y="341971"/>
            <a:ext cx="8226425" cy="4393580"/>
          </a:xfrm>
          <a:prstGeom xmlns:a="http://schemas.openxmlformats.org/drawingml/2006/main" prst="rect">
            <a:avLst/>
          </a:prstGeom>
        </p:spPr>
        <p:txBody>
          <a:bodyPr xmlns:a="http://schemas.openxmlformats.org/drawingml/2006/main" lIns="685800" tIns="0" rIns="685800" bIns="0" anchor="ctr"/>
          <a:lstStyle xmlns:a="http://schemas.openxmlformats.org/drawingml/2006/main">
            <a:lvl1pPr marL="0" indent="0">
              <a:buNone/>
              <a:defRPr sz="6000" b="0" i="0">
                <a:solidFill>
                  <a:schemeClr val="accent6"/>
                </a:solidFill>
                <a:latin typeface="Georgia"/>
                <a:ea typeface="Georgia"/>
                <a:cs typeface="Georgia"/>
              </a:defRPr>
            </a:lvl1pPr>
            <a:lvl2pPr marL="0" indent="0">
              <a:buNone/>
              <a:defRPr sz="1400" b="1">
                <a:solidFill>
                  <a:schemeClr val="accent5"/>
                </a:solidFill>
              </a:defRPr>
            </a:lvl2pPr>
            <a:lvl3pPr marL="0" indent="0">
              <a:buNone/>
              <a:defRPr sz="1400">
                <a:solidFill>
                  <a:schemeClr val="accent5"/>
                </a:solidFill>
              </a:defRPr>
            </a:lvl3pPr>
            <a:lvl4pPr marL="0" indent="0">
              <a:buNone/>
              <a:defRPr sz="1200" b="1">
                <a:solidFill>
                  <a:schemeClr val="accent5"/>
                </a:solidFill>
              </a:defRPr>
            </a:lvl4pPr>
            <a:lvl5pPr marL="0" indent="0">
              <a:buNone/>
              <a:defRPr sz="1000" b="1">
                <a:solidFill>
                  <a:schemeClr val="accent5"/>
                </a:solidFill>
              </a:defRPr>
            </a:lvl5pPr>
            <a:lvl6pPr marL="0" indent="0">
              <a:buFontTx/>
              <a:buNone/>
              <a:defRPr sz="1000" b="1">
                <a:solidFill>
                  <a:schemeClr val="accent5"/>
                </a:solidFill>
              </a:defRPr>
            </a:lvl6pPr>
            <a:lvl7pPr marL="0" indent="0">
              <a:buFontTx/>
              <a:buNone/>
              <a:defRPr sz="1000" b="1">
                <a:solidFill>
                  <a:schemeClr val="accent5"/>
                </a:solidFill>
              </a:defRPr>
            </a:lvl7pPr>
            <a:lvl8pPr marL="0" indent="0">
              <a:buFontTx/>
              <a:buNone/>
              <a:defRPr sz="1000" b="1">
                <a:solidFill>
                  <a:schemeClr val="accent5"/>
                </a:solidFill>
              </a:defRPr>
            </a:lvl8pPr>
            <a:lvl9pPr marL="0" indent="0">
              <a:buFontTx/>
              <a:buNone/>
              <a:defRPr sz="1000" b="1">
                <a:solidFill>
                  <a:schemeClr val="accent5"/>
                </a:solidFill>
              </a:defRPr>
            </a:lvl9pPr>
          </a:lstStyle>
          <a:p xmlns:a="http://schemas.openxmlformats.org/drawingml/2006/main">
            <a:pPr lvl="0">
              <a:buNone/>
            </a:pPr>
            <a:r>
              <a:t>Click to edit Master text styles</a:t>
            </a:r>
          </a:p>
        </p:txBody>
      </p:sp>
      <p:sp>
        <p:nvSpPr>
          <p:cNvPr id="13" name="TextBox 12">
            <a:extLst xmlns:a="http://schemas.openxmlformats.org/drawingml/2006/main">
              <a:ext uri="{FF2B5EF4-FFF2-40B4-BE49-F238E27FC236}">
                <a16:creationId xmlns:a16="http://schemas.microsoft.com/office/drawing/2014/main" id="{1F579CA0-4B67-1BDA-6C59-587C6B9EF99F}"/>
              </a:ext>
            </a:extLst>
          </p:cNvPr>
          <p:cNvSpPr>
            <a:spLocks xmlns:a="http://schemas.openxmlformats.org/drawingml/2006/main" noGrp="1"/>
          </p:cNvSpPr>
          <p:nvPr/>
        </p:nvSpPr>
        <p:spPr>
          <a:xfrm xmlns:a="http://schemas.openxmlformats.org/drawingml/2006/main">
            <a:off x="0" y="-259096"/>
            <a:ext cx="9144000" cy="224759"/>
          </a:xfrm>
          <a:prstGeom xmlns:a="http://schemas.openxmlformats.org/drawingml/2006/main" prst="rect">
            <a:avLst/>
          </a:prstGeom>
        </p:spPr>
        <p:txBody>
          <a:bodyPr xmlns:a="http://schemas.openxmlformats.org/drawingml/2006/main" vert="horz" wrap="square" lIns="0" tIns="0" rIns="0" bIns="0">
            <a:noAutofit/>
          </a:bodyPr>
          <a:lstStyle xmlns:a="http://schemas.openxmlformats.org/drawingml/2006/main"/>
          <a:p xmlns:a="http://schemas.openxmlformats.org/drawingml/2006/main">
            <a:pPr marL="0" indent="0" algn="ctr">
              <a:spcBef>
                <a:spcPts val="0"/>
              </a:spcBef>
              <a:spcAft>
                <a:spcPts val="600"/>
              </a:spcAft>
              <a:buFontTx/>
              <a:buNone/>
            </a:pPr>
            <a:r>
              <a:rPr sz="1000" b="0" i="0">
                <a:solidFill>
                  <a:schemeClr val="tx1"/>
                </a:solidFill>
                <a:latin typeface="+mn-lt"/>
                <a:ea typeface="+mn-lt"/>
                <a:cs typeface="+mn-lt"/>
              </a:rPr>
              <a:t>Send to back to rotate through graphic options</a:t>
            </a:r>
          </a:p>
          <a:p xmlns:a="http://schemas.openxmlformats.org/drawingml/2006/main">
            <a:pPr marL="0" indent="0" algn="ctr">
              <a:spcBef>
                <a:spcPts val="0"/>
              </a:spcBef>
              <a:spcAft>
                <a:spcPts val="600"/>
              </a:spcAft>
              <a:buFontTx/>
              <a:buNone/>
            </a:pPr>
            <a:endParaRPr sz="1000" b="0" i="0">
              <a:solidFill>
                <a:schemeClr val="tx1"/>
              </a:solidFill>
              <a:latin typeface="+mn-lt"/>
              <a:ea typeface="+mn-lt"/>
              <a:cs typeface="+mn-lt"/>
            </a:endParaRPr>
          </a:p>
        </p:txBody>
      </p:sp>
      <p:sp>
        <p:nvSpPr>
          <p:cNvPr id="3" name="TextBox 2">
            <a:extLst xmlns:a="http://schemas.openxmlformats.org/drawingml/2006/main">
              <a:ext uri="{FF2B5EF4-FFF2-40B4-BE49-F238E27FC236}">
                <a16:creationId xmlns:a16="http://schemas.microsoft.com/office/drawing/2014/main" id="{0C8B0B3E-4ED1-ECD6-66DE-86889CFA86B2}"/>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19" name="Picture 10"/>
          <p:cNvPicPr>
            <a:picLocks xmlns:a="http://schemas.openxmlformats.org/drawingml/2006/main" noChangeAspect="1"/>
          </p:cNvPicPr>
          <p:nvPr/>
        </p:nvPicPr>
        <p:blipFill>
          <a:blip xmlns:r="http://schemas.openxmlformats.org/officeDocument/2006/relationships" xmlns:a="http://schemas.openxmlformats.org/drawingml/2006/main" r:embed="R2bb11f14531b4c83">
            <a:extLst>
              <a:ext uri="{96DAC541-7B7A-43D3-8B79-37D633B846F1}">
                <asvg:svgBlip xmlns:asvg="http://schemas.microsoft.com/office/drawing/2016/SVG/main" r:embed="R02649776d1654bd6"/>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26.xml><?xml version="1.0" encoding="utf-8"?>
<p:sldLayout xmlns:p="http://schemas.openxmlformats.org/presentationml/2006/main" userDrawn="1">
  <p:cSld name="Three Images &amp; captions">
    <p:spTree>
      <p:nvGrpSpPr>
        <p:cNvPr id="1" name=""/>
        <p:cNvGrpSpPr/>
        <p:nvPr/>
      </p:nvGrpSpPr>
      <p:grpSpPr>
        <a:xfrm xmlns:a="http://schemas.openxmlformats.org/drawingml/2006/main"/>
      </p:grpSpPr>
      <p:sp>
        <p:nvSpPr>
          <p:cNvPr id="5" name="Picture Placeholder 2">
            <a:extLst xmlns:a="http://schemas.openxmlformats.org/drawingml/2006/main">
              <a:ext uri="{FF2B5EF4-FFF2-40B4-BE49-F238E27FC236}">
                <a16:creationId xmlns:a16="http://schemas.microsoft.com/office/drawing/2014/main" id="{330D3000-D8A7-0C48-953C-B631DF447403}"/>
              </a:ext>
            </a:extLst>
          </p:cNvPr>
          <p:cNvSpPr>
            <a:spLocks xmlns:a="http://schemas.openxmlformats.org/drawingml/2006/main" noGrp="1"/>
          </p:cNvSpPr>
          <p:nvPr>
            <p:ph type="pic" idx="11"/>
          </p:nvPr>
        </p:nvSpPr>
        <p:spPr>
          <a:xfrm xmlns:a="http://schemas.openxmlformats.org/drawingml/2006/main">
            <a:off x="457200" y="1244600"/>
            <a:ext cx="2562225" cy="1443937"/>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36576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18" name="Picture Placeholder 2">
            <a:extLst xmlns:a="http://schemas.openxmlformats.org/drawingml/2006/main">
              <a:ext uri="{FF2B5EF4-FFF2-40B4-BE49-F238E27FC236}">
                <a16:creationId xmlns:a16="http://schemas.microsoft.com/office/drawing/2014/main" id="{515156B7-F270-8942-A2CC-E8539799524A}"/>
              </a:ext>
            </a:extLst>
          </p:cNvPr>
          <p:cNvSpPr>
            <a:spLocks xmlns:a="http://schemas.openxmlformats.org/drawingml/2006/main" noGrp="1"/>
          </p:cNvSpPr>
          <p:nvPr>
            <p:ph type="pic" idx="12"/>
          </p:nvPr>
        </p:nvSpPr>
        <p:spPr>
          <a:xfrm xmlns:a="http://schemas.openxmlformats.org/drawingml/2006/main">
            <a:off x="3290888" y="1244600"/>
            <a:ext cx="2562225" cy="1443937"/>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36576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19" name="Picture Placeholder 2">
            <a:extLst xmlns:a="http://schemas.openxmlformats.org/drawingml/2006/main">
              <a:ext uri="{FF2B5EF4-FFF2-40B4-BE49-F238E27FC236}">
                <a16:creationId xmlns:a16="http://schemas.microsoft.com/office/drawing/2014/main" id="{66B6E3F3-AB1C-6445-BBF7-C52DAFBB7B87}"/>
              </a:ext>
            </a:extLst>
          </p:cNvPr>
          <p:cNvSpPr>
            <a:spLocks xmlns:a="http://schemas.openxmlformats.org/drawingml/2006/main" noGrp="1"/>
          </p:cNvSpPr>
          <p:nvPr>
            <p:ph type="pic" idx="13"/>
          </p:nvPr>
        </p:nvSpPr>
        <p:spPr>
          <a:xfrm xmlns:a="http://schemas.openxmlformats.org/drawingml/2006/main">
            <a:off x="6124575" y="1244600"/>
            <a:ext cx="2552633" cy="1443937"/>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36576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23" name="Text Placeholder 20">
            <a:extLst xmlns:a="http://schemas.openxmlformats.org/drawingml/2006/main">
              <a:ext uri="{FF2B5EF4-FFF2-40B4-BE49-F238E27FC236}">
                <a16:creationId xmlns:a16="http://schemas.microsoft.com/office/drawing/2014/main" id="{1BBA666B-BADD-644C-A247-901D24BC09B9}"/>
              </a:ext>
            </a:extLst>
          </p:cNvPr>
          <p:cNvSpPr>
            <a:spLocks xmlns:a="http://schemas.openxmlformats.org/drawingml/2006/main" noGrp="1"/>
          </p:cNvSpPr>
          <p:nvPr>
            <p:ph type="body" idx="16"/>
          </p:nvPr>
        </p:nvSpPr>
        <p:spPr>
          <a:xfrm xmlns:a="http://schemas.openxmlformats.org/drawingml/2006/main">
            <a:off x="466792" y="2944813"/>
            <a:ext cx="2552633" cy="927100"/>
          </a:xfrm>
          <a:prstGeom xmlns:a="http://schemas.openxmlformats.org/drawingml/2006/main" prst="rect">
            <a:avLst/>
          </a:prstGeom>
        </p:spPr>
        <p:txBody>
          <a:bodyPr xmlns:a="http://schemas.openxmlformats.org/drawingml/2006/main"/>
          <a:lstStyle xmlns:a="http://schemas.openxmlformats.org/drawingml/2006/main">
            <a:lvl1pPr marL="0" indent="0" algn="ctr">
              <a:lnSpc>
                <a:spcPct val="100000"/>
              </a:lnSpc>
              <a:spcBef>
                <a:spcPts val="0"/>
              </a:spcBef>
              <a:buNone/>
              <a:defRPr sz="1400" b="1">
                <a:solidFill>
                  <a:schemeClr val="accent5"/>
                </a:solidFill>
              </a:defRPr>
            </a:lvl1pPr>
            <a:lvl2pPr marL="0" indent="0" algn="ctr">
              <a:lnSpc>
                <a:spcPct val="100000"/>
              </a:lnSpc>
              <a:spcBef>
                <a:spcPts val="0"/>
              </a:spcBef>
              <a:buNone/>
              <a:defRPr sz="12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2" name="Title 1">
            <a:extLst xmlns:a="http://schemas.openxmlformats.org/drawingml/2006/main">
              <a:ext uri="{FF2B5EF4-FFF2-40B4-BE49-F238E27FC236}">
                <a16:creationId xmlns:a16="http://schemas.microsoft.com/office/drawing/2014/main" id="{93FD1716-A6A4-1506-A729-567160051EE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Footer Placeholder 2">
            <a:extLst xmlns:a="http://schemas.openxmlformats.org/drawingml/2006/main">
              <a:ext uri="{FF2B5EF4-FFF2-40B4-BE49-F238E27FC236}">
                <a16:creationId xmlns:a16="http://schemas.microsoft.com/office/drawing/2014/main" id="{2D4BA1A1-5399-3677-D55A-2129F8044E14}"/>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6" name="Straight Connector 5">
            <a:extLst xmlns:a="http://schemas.openxmlformats.org/drawingml/2006/main">
              <a:ext uri="{FF2B5EF4-FFF2-40B4-BE49-F238E27FC236}">
                <a16:creationId xmlns:a16="http://schemas.microsoft.com/office/drawing/2014/main" id="{770971C0-BF36-4EA7-88F3-BDB3608355C6}"/>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9" name="Text Placeholder 20">
            <a:extLst xmlns:a="http://schemas.openxmlformats.org/drawingml/2006/main">
              <a:ext uri="{FF2B5EF4-FFF2-40B4-BE49-F238E27FC236}">
                <a16:creationId xmlns:a16="http://schemas.microsoft.com/office/drawing/2014/main" id="{20745CD4-13C9-68A3-F116-8F5D41267422}"/>
              </a:ext>
            </a:extLst>
          </p:cNvPr>
          <p:cNvSpPr>
            <a:spLocks xmlns:a="http://schemas.openxmlformats.org/drawingml/2006/main" noGrp="1"/>
          </p:cNvSpPr>
          <p:nvPr>
            <p:ph type="body" idx="21"/>
          </p:nvPr>
        </p:nvSpPr>
        <p:spPr>
          <a:xfrm xmlns:a="http://schemas.openxmlformats.org/drawingml/2006/main">
            <a:off x="3294658" y="2944813"/>
            <a:ext cx="2552633" cy="927100"/>
          </a:xfrm>
          <a:prstGeom xmlns:a="http://schemas.openxmlformats.org/drawingml/2006/main" prst="rect">
            <a:avLst/>
          </a:prstGeom>
        </p:spPr>
        <p:txBody>
          <a:bodyPr xmlns:a="http://schemas.openxmlformats.org/drawingml/2006/main"/>
          <a:lstStyle xmlns:a="http://schemas.openxmlformats.org/drawingml/2006/main">
            <a:lvl1pPr marL="0" indent="0" algn="ctr">
              <a:lnSpc>
                <a:spcPct val="100000"/>
              </a:lnSpc>
              <a:spcBef>
                <a:spcPts val="0"/>
              </a:spcBef>
              <a:buNone/>
              <a:defRPr sz="1400" b="1">
                <a:solidFill>
                  <a:schemeClr val="accent5"/>
                </a:solidFill>
              </a:defRPr>
            </a:lvl1pPr>
            <a:lvl2pPr marL="0" indent="0" algn="ctr">
              <a:lnSpc>
                <a:spcPct val="100000"/>
              </a:lnSpc>
              <a:spcBef>
                <a:spcPts val="0"/>
              </a:spcBef>
              <a:buNone/>
              <a:defRPr sz="12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10" name="Text Placeholder 20">
            <a:extLst xmlns:a="http://schemas.openxmlformats.org/drawingml/2006/main">
              <a:ext uri="{FF2B5EF4-FFF2-40B4-BE49-F238E27FC236}">
                <a16:creationId xmlns:a16="http://schemas.microsoft.com/office/drawing/2014/main" id="{86AFF49F-A175-1359-C6BD-CF1C5ED67C5E}"/>
              </a:ext>
            </a:extLst>
          </p:cNvPr>
          <p:cNvSpPr>
            <a:spLocks xmlns:a="http://schemas.openxmlformats.org/drawingml/2006/main" noGrp="1"/>
          </p:cNvSpPr>
          <p:nvPr>
            <p:ph type="body" idx="22"/>
          </p:nvPr>
        </p:nvSpPr>
        <p:spPr>
          <a:xfrm xmlns:a="http://schemas.openxmlformats.org/drawingml/2006/main">
            <a:off x="6122524" y="2944813"/>
            <a:ext cx="2552633" cy="927100"/>
          </a:xfrm>
          <a:prstGeom xmlns:a="http://schemas.openxmlformats.org/drawingml/2006/main" prst="rect">
            <a:avLst/>
          </a:prstGeom>
        </p:spPr>
        <p:txBody>
          <a:bodyPr xmlns:a="http://schemas.openxmlformats.org/drawingml/2006/main"/>
          <a:lstStyle xmlns:a="http://schemas.openxmlformats.org/drawingml/2006/main">
            <a:lvl1pPr marL="0" indent="0" algn="ctr">
              <a:lnSpc>
                <a:spcPct val="100000"/>
              </a:lnSpc>
              <a:spcBef>
                <a:spcPts val="0"/>
              </a:spcBef>
              <a:buNone/>
              <a:defRPr sz="1400" b="1">
                <a:solidFill>
                  <a:schemeClr val="accent5"/>
                </a:solidFill>
              </a:defRPr>
            </a:lvl1pPr>
            <a:lvl2pPr marL="0" indent="0" algn="ctr">
              <a:lnSpc>
                <a:spcPct val="100000"/>
              </a:lnSpc>
              <a:spcBef>
                <a:spcPts val="0"/>
              </a:spcBef>
              <a:buNone/>
              <a:defRPr sz="12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7" name="Text Placeholder 6">
            <a:extLst xmlns:a="http://schemas.openxmlformats.org/drawingml/2006/main">
              <a:ext uri="{FF2B5EF4-FFF2-40B4-BE49-F238E27FC236}">
                <a16:creationId xmlns:a16="http://schemas.microsoft.com/office/drawing/2014/main" id="{7B7B3D83-1A58-962C-5FBB-CFA68B587E36}"/>
              </a:ext>
            </a:extLst>
          </p:cNvPr>
          <p:cNvSpPr>
            <a:spLocks xmlns:a="http://schemas.openxmlformats.org/drawingml/2006/main" noGrp="1"/>
          </p:cNvSpPr>
          <p:nvPr>
            <p:ph type="body" idx="10"/>
          </p:nvPr>
        </p:nvSpPr>
        <p:spPr>
          <a:xfrm xmlns:a="http://schemas.openxmlformats.org/drawingml/2006/main">
            <a:off x="457200" y="836612"/>
            <a:ext cx="8226425" cy="4079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spcAft>
                <a:spcPts val="0"/>
              </a:spcAft>
              <a:buNone/>
              <a:defRPr sz="1300" b="1">
                <a:solidFill>
                  <a:schemeClr val="accent5"/>
                </a:solidFill>
              </a:defRPr>
            </a:lvl1pPr>
            <a:lvl2pPr marL="0" indent="0">
              <a:buNone/>
              <a:defRPr sz="1000" b="1">
                <a:solidFill>
                  <a:schemeClr val="accent5"/>
                </a:solidFill>
              </a:defRPr>
            </a:lvl2pPr>
            <a:lvl3pPr marL="0" indent="0">
              <a:buNone/>
              <a:defRPr sz="1000">
                <a:solidFill>
                  <a:schemeClr val="accent5"/>
                </a:solidFill>
              </a:defRPr>
            </a:lvl3pPr>
            <a:lvl4pPr marL="0" indent="0">
              <a:buNone/>
              <a:defRPr sz="1000" b="1">
                <a:solidFill>
                  <a:schemeClr val="accent5"/>
                </a:solidFill>
              </a:defRPr>
            </a:lvl4pPr>
            <a:lvl5pPr marL="0" indent="0">
              <a:buNone/>
              <a:defRPr sz="1000" b="1">
                <a:solidFill>
                  <a:schemeClr val="accent5"/>
                </a:solidFill>
              </a:defRPr>
            </a:lvl5pPr>
            <a:lvl6pPr marL="0" indent="0">
              <a:buFontTx/>
              <a:buNone/>
              <a:defRPr sz="1000" b="1">
                <a:solidFill>
                  <a:schemeClr val="accent5"/>
                </a:solidFill>
              </a:defRPr>
            </a:lvl6pPr>
            <a:lvl7pPr marL="0" indent="0">
              <a:buFontTx/>
              <a:buNone/>
              <a:defRPr sz="1000" b="1">
                <a:solidFill>
                  <a:schemeClr val="accent5"/>
                </a:solidFill>
              </a:defRPr>
            </a:lvl7pPr>
            <a:lvl8pPr marL="0" indent="0">
              <a:buFontTx/>
              <a:buNone/>
              <a:defRPr sz="1000" b="1">
                <a:solidFill>
                  <a:schemeClr val="accent5"/>
                </a:solidFill>
              </a:defRPr>
            </a:lvl8pPr>
            <a:lvl9pPr marL="0" indent="0">
              <a:buFontTx/>
              <a:buNone/>
              <a:defRPr sz="1000" b="1">
                <a:solidFill>
                  <a:schemeClr val="accent5"/>
                </a:solidFill>
              </a:defRPr>
            </a:lvl9pPr>
          </a:lstStyle>
          <a:p xmlns:a="http://schemas.openxmlformats.org/drawingml/2006/main">
            <a:pPr lvl="0">
              <a:buNone/>
            </a:pPr>
            <a:r>
              <a:t>Click to edit Master text styles</a:t>
            </a:r>
          </a:p>
        </p:txBody>
      </p:sp>
      <p:sp>
        <p:nvSpPr>
          <p:cNvPr id="8" name="TextBox 7">
            <a:extLst xmlns:a="http://schemas.openxmlformats.org/drawingml/2006/main">
              <a:ext uri="{FF2B5EF4-FFF2-40B4-BE49-F238E27FC236}">
                <a16:creationId xmlns:a16="http://schemas.microsoft.com/office/drawing/2014/main" id="{6272587B-F4B5-4C68-CE1B-421A47440C0D}"/>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36" name="Picture 10"/>
          <p:cNvPicPr>
            <a:picLocks xmlns:a="http://schemas.openxmlformats.org/drawingml/2006/main" noChangeAspect="1"/>
          </p:cNvPicPr>
          <p:nvPr/>
        </p:nvPicPr>
        <p:blipFill>
          <a:blip xmlns:r="http://schemas.openxmlformats.org/officeDocument/2006/relationships" xmlns:a="http://schemas.openxmlformats.org/drawingml/2006/main" r:embed="R9963a0b5032c4109">
            <a:extLst>
              <a:ext uri="{96DAC541-7B7A-43D3-8B79-37D633B846F1}">
                <asvg:svgBlip xmlns:asvg="http://schemas.microsoft.com/office/drawing/2016/SVG/main" r:embed="R38041938428c435b"/>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27.xml><?xml version="1.0" encoding="utf-8"?>
<p:sldLayout xmlns:p="http://schemas.openxmlformats.org/presentationml/2006/main" userDrawn="1">
  <p:cSld name="Team Page 1">
    <p:spTree>
      <p:nvGrpSpPr>
        <p:cNvPr id="1" name=""/>
        <p:cNvGrpSpPr/>
        <p:nvPr/>
      </p:nvGrpSpPr>
      <p:grpSpPr>
        <a:xfrm xmlns:a="http://schemas.openxmlformats.org/drawingml/2006/main"/>
      </p:grpSpPr>
      <p:sp>
        <p:nvSpPr>
          <p:cNvPr id="2" name="Straight Connector 1">
            <a:extLst xmlns:a="http://schemas.openxmlformats.org/drawingml/2006/main">
              <a:ext uri="{FF2B5EF4-FFF2-40B4-BE49-F238E27FC236}">
                <a16:creationId xmlns:a16="http://schemas.microsoft.com/office/drawing/2014/main" id="{2DABCF34-A94D-4FB1-8B38-F3E0E9072BB6}"/>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10" name="Title 9">
            <a:extLst xmlns:a="http://schemas.openxmlformats.org/drawingml/2006/main">
              <a:ext uri="{FF2B5EF4-FFF2-40B4-BE49-F238E27FC236}">
                <a16:creationId xmlns:a16="http://schemas.microsoft.com/office/drawing/2014/main" id="{9FF2BECC-9D75-A46D-6DA2-AA34DFDCD2D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1" name="Footer Placeholder 10">
            <a:extLst xmlns:a="http://schemas.openxmlformats.org/drawingml/2006/main">
              <a:ext uri="{FF2B5EF4-FFF2-40B4-BE49-F238E27FC236}">
                <a16:creationId xmlns:a16="http://schemas.microsoft.com/office/drawing/2014/main" id="{EA51C956-A47D-17C6-354F-BAAD7BF0C9FF}"/>
              </a:ext>
            </a:extLst>
          </p:cNvPr>
          <p:cNvSpPr>
            <a:spLocks xmlns:a="http://schemas.openxmlformats.org/drawingml/2006/main" noGrp="1"/>
          </p:cNvSpPr>
          <p:nvPr>
            <p:ph type="ftr" idx="35"/>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12" name="Picture Placeholder 2">
            <a:extLst xmlns:a="http://schemas.openxmlformats.org/drawingml/2006/main">
              <a:ext uri="{FF2B5EF4-FFF2-40B4-BE49-F238E27FC236}">
                <a16:creationId xmlns:a16="http://schemas.microsoft.com/office/drawing/2014/main" id="{2AC3B98B-6F29-4584-A135-F30C999FB580}"/>
              </a:ext>
            </a:extLst>
          </p:cNvPr>
          <p:cNvSpPr>
            <a:spLocks xmlns:a="http://schemas.openxmlformats.org/drawingml/2006/main" noGrp="1"/>
          </p:cNvSpPr>
          <p:nvPr>
            <p:ph type="pic" idx="11"/>
          </p:nvPr>
        </p:nvSpPr>
        <p:spPr>
          <a:xfrm xmlns:a="http://schemas.openxmlformats.org/drawingml/2006/main">
            <a:off x="457201" y="1244600"/>
            <a:ext cx="1447800" cy="1443937"/>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36576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19" name="Text Placeholder 20">
            <a:extLst xmlns:a="http://schemas.openxmlformats.org/drawingml/2006/main">
              <a:ext uri="{FF2B5EF4-FFF2-40B4-BE49-F238E27FC236}">
                <a16:creationId xmlns:a16="http://schemas.microsoft.com/office/drawing/2014/main" id="{BB38E25E-2BD3-600C-D3CA-7A51490EE094}"/>
              </a:ext>
            </a:extLst>
          </p:cNvPr>
          <p:cNvSpPr>
            <a:spLocks xmlns:a="http://schemas.openxmlformats.org/drawingml/2006/main" noGrp="1"/>
          </p:cNvSpPr>
          <p:nvPr>
            <p:ph type="body" idx="16"/>
          </p:nvPr>
        </p:nvSpPr>
        <p:spPr>
          <a:xfrm xmlns:a="http://schemas.openxmlformats.org/drawingml/2006/main">
            <a:off x="466792" y="2944813"/>
            <a:ext cx="1447801" cy="927100"/>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400" b="1">
                <a:solidFill>
                  <a:schemeClr val="accent5"/>
                </a:solidFill>
              </a:defRPr>
            </a:lvl1pPr>
            <a:lvl2pPr marL="0" indent="0" algn="l">
              <a:lnSpc>
                <a:spcPct val="100000"/>
              </a:lnSpc>
              <a:spcBef>
                <a:spcPts val="0"/>
              </a:spcBef>
              <a:buNone/>
              <a:defRPr sz="12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22" name="Picture Placeholder 2">
            <a:extLst xmlns:a="http://schemas.openxmlformats.org/drawingml/2006/main">
              <a:ext uri="{FF2B5EF4-FFF2-40B4-BE49-F238E27FC236}">
                <a16:creationId xmlns:a16="http://schemas.microsoft.com/office/drawing/2014/main" id="{1AFFF89A-D488-99DD-3C7B-1A3BED1AA9BD}"/>
              </a:ext>
            </a:extLst>
          </p:cNvPr>
          <p:cNvSpPr>
            <a:spLocks xmlns:a="http://schemas.openxmlformats.org/drawingml/2006/main" noGrp="1"/>
          </p:cNvSpPr>
          <p:nvPr>
            <p:ph type="pic" idx="37"/>
          </p:nvPr>
        </p:nvSpPr>
        <p:spPr>
          <a:xfrm xmlns:a="http://schemas.openxmlformats.org/drawingml/2006/main">
            <a:off x="2692403" y="1244600"/>
            <a:ext cx="1447800" cy="1443937"/>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36576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23" name="Text Placeholder 20">
            <a:extLst xmlns:a="http://schemas.openxmlformats.org/drawingml/2006/main">
              <a:ext uri="{FF2B5EF4-FFF2-40B4-BE49-F238E27FC236}">
                <a16:creationId xmlns:a16="http://schemas.microsoft.com/office/drawing/2014/main" id="{8C5AC523-3184-0F92-FEA2-5E3E6B82424D}"/>
              </a:ext>
            </a:extLst>
          </p:cNvPr>
          <p:cNvSpPr>
            <a:spLocks xmlns:a="http://schemas.openxmlformats.org/drawingml/2006/main" noGrp="1"/>
          </p:cNvSpPr>
          <p:nvPr>
            <p:ph type="body" idx="38"/>
          </p:nvPr>
        </p:nvSpPr>
        <p:spPr>
          <a:xfrm xmlns:a="http://schemas.openxmlformats.org/drawingml/2006/main">
            <a:off x="2701994" y="2944813"/>
            <a:ext cx="1447801" cy="927100"/>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400" b="1">
                <a:solidFill>
                  <a:schemeClr val="accent5"/>
                </a:solidFill>
              </a:defRPr>
            </a:lvl1pPr>
            <a:lvl2pPr marL="0" indent="0" algn="l">
              <a:lnSpc>
                <a:spcPct val="100000"/>
              </a:lnSpc>
              <a:spcBef>
                <a:spcPts val="0"/>
              </a:spcBef>
              <a:buNone/>
              <a:defRPr sz="12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Picture Placeholder 2">
            <a:extLst xmlns:a="http://schemas.openxmlformats.org/drawingml/2006/main">
              <a:ext uri="{FF2B5EF4-FFF2-40B4-BE49-F238E27FC236}">
                <a16:creationId xmlns:a16="http://schemas.microsoft.com/office/drawing/2014/main" id="{8EEC78A7-C41E-B9FB-DCD5-783EEECCCAF8}"/>
              </a:ext>
            </a:extLst>
          </p:cNvPr>
          <p:cNvSpPr>
            <a:spLocks xmlns:a="http://schemas.openxmlformats.org/drawingml/2006/main" noGrp="1"/>
          </p:cNvSpPr>
          <p:nvPr>
            <p:ph type="pic" idx="39"/>
          </p:nvPr>
        </p:nvSpPr>
        <p:spPr>
          <a:xfrm xmlns:a="http://schemas.openxmlformats.org/drawingml/2006/main">
            <a:off x="7247468" y="1244600"/>
            <a:ext cx="1447800" cy="1443937"/>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36576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25" name="Text Placeholder 20">
            <a:extLst xmlns:a="http://schemas.openxmlformats.org/drawingml/2006/main">
              <a:ext uri="{FF2B5EF4-FFF2-40B4-BE49-F238E27FC236}">
                <a16:creationId xmlns:a16="http://schemas.microsoft.com/office/drawing/2014/main" id="{57BFC2C7-812A-B6A3-D35C-F26013DA3690}"/>
              </a:ext>
            </a:extLst>
          </p:cNvPr>
          <p:cNvSpPr>
            <a:spLocks xmlns:a="http://schemas.openxmlformats.org/drawingml/2006/main" noGrp="1"/>
          </p:cNvSpPr>
          <p:nvPr>
            <p:ph type="body" idx="40"/>
          </p:nvPr>
        </p:nvSpPr>
        <p:spPr>
          <a:xfrm xmlns:a="http://schemas.openxmlformats.org/drawingml/2006/main">
            <a:off x="7257059" y="2944813"/>
            <a:ext cx="1447801" cy="927100"/>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400" b="1">
                <a:solidFill>
                  <a:schemeClr val="accent5"/>
                </a:solidFill>
              </a:defRPr>
            </a:lvl1pPr>
            <a:lvl2pPr marL="0" indent="0" algn="l">
              <a:lnSpc>
                <a:spcPct val="100000"/>
              </a:lnSpc>
              <a:spcBef>
                <a:spcPts val="0"/>
              </a:spcBef>
              <a:buNone/>
              <a:defRPr sz="12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Picture Placeholder 2">
            <a:extLst xmlns:a="http://schemas.openxmlformats.org/drawingml/2006/main">
              <a:ext uri="{FF2B5EF4-FFF2-40B4-BE49-F238E27FC236}">
                <a16:creationId xmlns:a16="http://schemas.microsoft.com/office/drawing/2014/main" id="{62B74CBE-47FA-B481-DBFA-062F6A35E65E}"/>
              </a:ext>
            </a:extLst>
          </p:cNvPr>
          <p:cNvSpPr>
            <a:spLocks xmlns:a="http://schemas.openxmlformats.org/drawingml/2006/main" noGrp="1"/>
          </p:cNvSpPr>
          <p:nvPr>
            <p:ph type="pic" idx="41"/>
          </p:nvPr>
        </p:nvSpPr>
        <p:spPr>
          <a:xfrm xmlns:a="http://schemas.openxmlformats.org/drawingml/2006/main">
            <a:off x="4995333" y="1244600"/>
            <a:ext cx="1447800" cy="1443937"/>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36576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27" name="Text Placeholder 20">
            <a:extLst xmlns:a="http://schemas.openxmlformats.org/drawingml/2006/main">
              <a:ext uri="{FF2B5EF4-FFF2-40B4-BE49-F238E27FC236}">
                <a16:creationId xmlns:a16="http://schemas.microsoft.com/office/drawing/2014/main" id="{F4CB2C70-9BCA-7295-A768-B483BB8DC9D7}"/>
              </a:ext>
            </a:extLst>
          </p:cNvPr>
          <p:cNvSpPr>
            <a:spLocks xmlns:a="http://schemas.openxmlformats.org/drawingml/2006/main" noGrp="1"/>
          </p:cNvSpPr>
          <p:nvPr>
            <p:ph type="body" idx="42"/>
          </p:nvPr>
        </p:nvSpPr>
        <p:spPr>
          <a:xfrm xmlns:a="http://schemas.openxmlformats.org/drawingml/2006/main">
            <a:off x="5004924" y="2944813"/>
            <a:ext cx="1447801" cy="927100"/>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400" b="1">
                <a:solidFill>
                  <a:schemeClr val="accent5"/>
                </a:solidFill>
              </a:defRPr>
            </a:lvl1pPr>
            <a:lvl2pPr marL="0" indent="0" algn="l">
              <a:lnSpc>
                <a:spcPct val="100000"/>
              </a:lnSpc>
              <a:spcBef>
                <a:spcPts val="0"/>
              </a:spcBef>
              <a:buNone/>
              <a:defRPr sz="12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4" name="Text Placeholder 6">
            <a:extLst xmlns:a="http://schemas.openxmlformats.org/drawingml/2006/main">
              <a:ext uri="{FF2B5EF4-FFF2-40B4-BE49-F238E27FC236}">
                <a16:creationId xmlns:a16="http://schemas.microsoft.com/office/drawing/2014/main" id="{96B8D7FB-B041-2931-7F9D-D2952D88962A}"/>
              </a:ext>
            </a:extLst>
          </p:cNvPr>
          <p:cNvSpPr>
            <a:spLocks xmlns:a="http://schemas.openxmlformats.org/drawingml/2006/main" noGrp="1"/>
          </p:cNvSpPr>
          <p:nvPr>
            <p:ph type="body" idx="10"/>
          </p:nvPr>
        </p:nvSpPr>
        <p:spPr>
          <a:xfrm xmlns:a="http://schemas.openxmlformats.org/drawingml/2006/main">
            <a:off x="457200" y="836612"/>
            <a:ext cx="8226425" cy="4079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spcAft>
                <a:spcPts val="0"/>
              </a:spcAft>
              <a:buNone/>
              <a:defRPr sz="1300" b="1">
                <a:solidFill>
                  <a:schemeClr val="accent5"/>
                </a:solidFill>
              </a:defRPr>
            </a:lvl1pPr>
            <a:lvl2pPr marL="0" indent="0">
              <a:buNone/>
              <a:defRPr sz="1000" b="1">
                <a:solidFill>
                  <a:schemeClr val="accent5"/>
                </a:solidFill>
              </a:defRPr>
            </a:lvl2pPr>
            <a:lvl3pPr marL="0" indent="0">
              <a:buNone/>
              <a:defRPr sz="1000">
                <a:solidFill>
                  <a:schemeClr val="accent5"/>
                </a:solidFill>
              </a:defRPr>
            </a:lvl3pPr>
            <a:lvl4pPr marL="0" indent="0">
              <a:buNone/>
              <a:defRPr sz="1000" b="1">
                <a:solidFill>
                  <a:schemeClr val="accent5"/>
                </a:solidFill>
              </a:defRPr>
            </a:lvl4pPr>
            <a:lvl5pPr marL="0" indent="0">
              <a:buNone/>
              <a:defRPr sz="1000" b="1">
                <a:solidFill>
                  <a:schemeClr val="accent5"/>
                </a:solidFill>
              </a:defRPr>
            </a:lvl5pPr>
            <a:lvl6pPr marL="0" indent="0">
              <a:buFontTx/>
              <a:buNone/>
              <a:defRPr sz="1000" b="1">
                <a:solidFill>
                  <a:schemeClr val="accent5"/>
                </a:solidFill>
              </a:defRPr>
            </a:lvl6pPr>
            <a:lvl7pPr marL="0" indent="0">
              <a:buFontTx/>
              <a:buNone/>
              <a:defRPr sz="1000" b="1">
                <a:solidFill>
                  <a:schemeClr val="accent5"/>
                </a:solidFill>
              </a:defRPr>
            </a:lvl7pPr>
            <a:lvl8pPr marL="0" indent="0">
              <a:buFontTx/>
              <a:buNone/>
              <a:defRPr sz="1000" b="1">
                <a:solidFill>
                  <a:schemeClr val="accent5"/>
                </a:solidFill>
              </a:defRPr>
            </a:lvl8pPr>
            <a:lvl9pPr marL="0" indent="0">
              <a:buFontTx/>
              <a:buNone/>
              <a:defRPr sz="1000" b="1">
                <a:solidFill>
                  <a:schemeClr val="accent5"/>
                </a:solidFill>
              </a:defRPr>
            </a:lvl9pPr>
          </a:lstStyle>
          <a:p xmlns:a="http://schemas.openxmlformats.org/drawingml/2006/main">
            <a:pPr lvl="0">
              <a:buNone/>
            </a:pPr>
            <a:r>
              <a:t>Click to edit Master text styles</a:t>
            </a:r>
          </a:p>
        </p:txBody>
      </p:sp>
      <p:sp>
        <p:nvSpPr>
          <p:cNvPr id="5" name="TextBox 4">
            <a:extLst xmlns:a="http://schemas.openxmlformats.org/drawingml/2006/main">
              <a:ext uri="{FF2B5EF4-FFF2-40B4-BE49-F238E27FC236}">
                <a16:creationId xmlns:a16="http://schemas.microsoft.com/office/drawing/2014/main" id="{15C2DF9C-86B0-48F8-401F-F6ACEF5B0D7E}"/>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42" name="Picture 10"/>
          <p:cNvPicPr>
            <a:picLocks xmlns:a="http://schemas.openxmlformats.org/drawingml/2006/main" noChangeAspect="1"/>
          </p:cNvPicPr>
          <p:nvPr/>
        </p:nvPicPr>
        <p:blipFill>
          <a:blip xmlns:r="http://schemas.openxmlformats.org/officeDocument/2006/relationships" xmlns:a="http://schemas.openxmlformats.org/drawingml/2006/main" r:embed="Rf5a4aaa4d17a414d">
            <a:extLst>
              <a:ext uri="{96DAC541-7B7A-43D3-8B79-37D633B846F1}">
                <asvg:svgBlip xmlns:asvg="http://schemas.microsoft.com/office/drawing/2016/SVG/main" r:embed="R01b5d824655e472e"/>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28.xml><?xml version="1.0" encoding="utf-8"?>
<p:sldLayout xmlns:p="http://schemas.openxmlformats.org/presentationml/2006/main" userDrawn="1">
  <p:cSld name="Team Page 2">
    <p:spTree>
      <p:nvGrpSpPr>
        <p:cNvPr id="1" name=""/>
        <p:cNvGrpSpPr/>
        <p:nvPr/>
      </p:nvGrpSpPr>
      <p:grpSpPr>
        <a:xfrm xmlns:a="http://schemas.openxmlformats.org/drawingml/2006/main"/>
      </p:grpSpPr>
      <p:sp>
        <p:nvSpPr>
          <p:cNvPr id="2" name="Straight Connector 1">
            <a:extLst xmlns:a="http://schemas.openxmlformats.org/drawingml/2006/main">
              <a:ext uri="{FF2B5EF4-FFF2-40B4-BE49-F238E27FC236}">
                <a16:creationId xmlns:a16="http://schemas.microsoft.com/office/drawing/2014/main" id="{B4E403D4-735D-4E0B-8219-D2C647B1AB49}"/>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accent5"/>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5" name="Title 4">
            <a:extLst xmlns:a="http://schemas.openxmlformats.org/drawingml/2006/main">
              <a:ext uri="{FF2B5EF4-FFF2-40B4-BE49-F238E27FC236}">
                <a16:creationId xmlns:a16="http://schemas.microsoft.com/office/drawing/2014/main" id="{25250BA2-AC78-ACFE-E142-3102819603B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6" name="Footer Placeholder 5">
            <a:extLst xmlns:a="http://schemas.openxmlformats.org/drawingml/2006/main">
              <a:ext uri="{FF2B5EF4-FFF2-40B4-BE49-F238E27FC236}">
                <a16:creationId xmlns:a16="http://schemas.microsoft.com/office/drawing/2014/main" id="{B9607C7F-0C5A-32C6-6135-6B427E8A9B84}"/>
              </a:ext>
            </a:extLst>
          </p:cNvPr>
          <p:cNvSpPr>
            <a:spLocks xmlns:a="http://schemas.openxmlformats.org/drawingml/2006/main" noGrp="1"/>
          </p:cNvSpPr>
          <p:nvPr>
            <p:ph type="ftr" idx="57"/>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8" name="Picture Placeholder 2">
            <a:extLst xmlns:a="http://schemas.openxmlformats.org/drawingml/2006/main">
              <a:ext uri="{FF2B5EF4-FFF2-40B4-BE49-F238E27FC236}">
                <a16:creationId xmlns:a16="http://schemas.microsoft.com/office/drawing/2014/main" id="{39BA3E88-8B28-B6AB-C964-E578900586BF}"/>
              </a:ext>
            </a:extLst>
          </p:cNvPr>
          <p:cNvSpPr>
            <a:spLocks xmlns:a="http://schemas.openxmlformats.org/drawingml/2006/main" noGrp="1"/>
          </p:cNvSpPr>
          <p:nvPr>
            <p:ph type="pic" idx="11"/>
          </p:nvPr>
        </p:nvSpPr>
        <p:spPr>
          <a:xfrm xmlns:a="http://schemas.openxmlformats.org/drawingml/2006/main">
            <a:off x="457200" y="1244600"/>
            <a:ext cx="844797" cy="842543"/>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9144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10" name="Text Placeholder 20">
            <a:extLst xmlns:a="http://schemas.openxmlformats.org/drawingml/2006/main">
              <a:ext uri="{FF2B5EF4-FFF2-40B4-BE49-F238E27FC236}">
                <a16:creationId xmlns:a16="http://schemas.microsoft.com/office/drawing/2014/main" id="{D40FF83B-EDB6-0236-34B0-284EB4FD785B}"/>
              </a:ext>
            </a:extLst>
          </p:cNvPr>
          <p:cNvSpPr>
            <a:spLocks xmlns:a="http://schemas.openxmlformats.org/drawingml/2006/main" noGrp="1"/>
          </p:cNvSpPr>
          <p:nvPr>
            <p:ph type="body" idx="16"/>
          </p:nvPr>
        </p:nvSpPr>
        <p:spPr>
          <a:xfrm xmlns:a="http://schemas.openxmlformats.org/drawingml/2006/main">
            <a:off x="1376155" y="1244600"/>
            <a:ext cx="1638150" cy="842542"/>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000" b="1">
                <a:solidFill>
                  <a:schemeClr val="accent5"/>
                </a:solidFill>
              </a:defRPr>
            </a:lvl1pPr>
            <a:lvl2pPr marL="0" indent="0" algn="l">
              <a:lnSpc>
                <a:spcPct val="100000"/>
              </a:lnSpc>
              <a:spcBef>
                <a:spcPts val="0"/>
              </a:spcBef>
              <a:buNone/>
              <a:defRPr sz="10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11" name="Picture Placeholder 2">
            <a:extLst xmlns:a="http://schemas.openxmlformats.org/drawingml/2006/main">
              <a:ext uri="{FF2B5EF4-FFF2-40B4-BE49-F238E27FC236}">
                <a16:creationId xmlns:a16="http://schemas.microsoft.com/office/drawing/2014/main" id="{686A6368-3F52-2ACE-E7EA-9DF9253BBAC5}"/>
              </a:ext>
            </a:extLst>
          </p:cNvPr>
          <p:cNvSpPr>
            <a:spLocks xmlns:a="http://schemas.openxmlformats.org/drawingml/2006/main" noGrp="1"/>
          </p:cNvSpPr>
          <p:nvPr>
            <p:ph type="pic" idx="59"/>
          </p:nvPr>
        </p:nvSpPr>
        <p:spPr>
          <a:xfrm xmlns:a="http://schemas.openxmlformats.org/drawingml/2006/main">
            <a:off x="457200" y="2302933"/>
            <a:ext cx="844797" cy="842543"/>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9144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12" name="Text Placeholder 20">
            <a:extLst xmlns:a="http://schemas.openxmlformats.org/drawingml/2006/main">
              <a:ext uri="{FF2B5EF4-FFF2-40B4-BE49-F238E27FC236}">
                <a16:creationId xmlns:a16="http://schemas.microsoft.com/office/drawing/2014/main" id="{1A4A9217-122F-9D4B-3626-D6C699210677}"/>
              </a:ext>
            </a:extLst>
          </p:cNvPr>
          <p:cNvSpPr>
            <a:spLocks xmlns:a="http://schemas.openxmlformats.org/drawingml/2006/main" noGrp="1"/>
          </p:cNvSpPr>
          <p:nvPr>
            <p:ph type="body" idx="60"/>
          </p:nvPr>
        </p:nvSpPr>
        <p:spPr>
          <a:xfrm xmlns:a="http://schemas.openxmlformats.org/drawingml/2006/main">
            <a:off x="1376155" y="2302933"/>
            <a:ext cx="1638150" cy="842542"/>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000" b="1">
                <a:solidFill>
                  <a:schemeClr val="accent5"/>
                </a:solidFill>
              </a:defRPr>
            </a:lvl1pPr>
            <a:lvl2pPr marL="0" indent="0" algn="l">
              <a:lnSpc>
                <a:spcPct val="100000"/>
              </a:lnSpc>
              <a:spcBef>
                <a:spcPts val="0"/>
              </a:spcBef>
              <a:buNone/>
              <a:defRPr sz="10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22" name="Picture Placeholder 2">
            <a:extLst xmlns:a="http://schemas.openxmlformats.org/drawingml/2006/main">
              <a:ext uri="{FF2B5EF4-FFF2-40B4-BE49-F238E27FC236}">
                <a16:creationId xmlns:a16="http://schemas.microsoft.com/office/drawing/2014/main" id="{786559B8-ACEA-CBCF-9705-256CCAF200A2}"/>
              </a:ext>
            </a:extLst>
          </p:cNvPr>
          <p:cNvSpPr>
            <a:spLocks xmlns:a="http://schemas.openxmlformats.org/drawingml/2006/main" noGrp="1"/>
          </p:cNvSpPr>
          <p:nvPr>
            <p:ph type="pic" idx="61"/>
          </p:nvPr>
        </p:nvSpPr>
        <p:spPr>
          <a:xfrm xmlns:a="http://schemas.openxmlformats.org/drawingml/2006/main">
            <a:off x="457200" y="3361267"/>
            <a:ext cx="844797" cy="842543"/>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9144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23" name="Text Placeholder 20">
            <a:extLst xmlns:a="http://schemas.openxmlformats.org/drawingml/2006/main">
              <a:ext uri="{FF2B5EF4-FFF2-40B4-BE49-F238E27FC236}">
                <a16:creationId xmlns:a16="http://schemas.microsoft.com/office/drawing/2014/main" id="{C21F2CD2-A092-4B79-56C0-274F9630F50E}"/>
              </a:ext>
            </a:extLst>
          </p:cNvPr>
          <p:cNvSpPr>
            <a:spLocks xmlns:a="http://schemas.openxmlformats.org/drawingml/2006/main" noGrp="1"/>
          </p:cNvSpPr>
          <p:nvPr>
            <p:ph type="body" idx="62"/>
          </p:nvPr>
        </p:nvSpPr>
        <p:spPr>
          <a:xfrm xmlns:a="http://schemas.openxmlformats.org/drawingml/2006/main">
            <a:off x="1376155" y="3361267"/>
            <a:ext cx="1638150" cy="842542"/>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000" b="1">
                <a:solidFill>
                  <a:schemeClr val="accent5"/>
                </a:solidFill>
              </a:defRPr>
            </a:lvl1pPr>
            <a:lvl2pPr marL="0" indent="0" algn="l">
              <a:lnSpc>
                <a:spcPct val="100000"/>
              </a:lnSpc>
              <a:spcBef>
                <a:spcPts val="0"/>
              </a:spcBef>
              <a:buNone/>
              <a:defRPr sz="10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Picture Placeholder 2">
            <a:extLst xmlns:a="http://schemas.openxmlformats.org/drawingml/2006/main">
              <a:ext uri="{FF2B5EF4-FFF2-40B4-BE49-F238E27FC236}">
                <a16:creationId xmlns:a16="http://schemas.microsoft.com/office/drawing/2014/main" id="{2C0ACF3D-39C0-4AB6-D114-DE2FA407AB71}"/>
              </a:ext>
            </a:extLst>
          </p:cNvPr>
          <p:cNvSpPr>
            <a:spLocks xmlns:a="http://schemas.openxmlformats.org/drawingml/2006/main" noGrp="1"/>
          </p:cNvSpPr>
          <p:nvPr>
            <p:ph type="pic" idx="63"/>
          </p:nvPr>
        </p:nvSpPr>
        <p:spPr>
          <a:xfrm xmlns:a="http://schemas.openxmlformats.org/drawingml/2006/main">
            <a:off x="3293534" y="1244600"/>
            <a:ext cx="844797" cy="842543"/>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9144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25" name="Text Placeholder 20">
            <a:extLst xmlns:a="http://schemas.openxmlformats.org/drawingml/2006/main">
              <a:ext uri="{FF2B5EF4-FFF2-40B4-BE49-F238E27FC236}">
                <a16:creationId xmlns:a16="http://schemas.microsoft.com/office/drawing/2014/main" id="{81922B34-DC14-E0EE-BE5E-19199251BBE5}"/>
              </a:ext>
            </a:extLst>
          </p:cNvPr>
          <p:cNvSpPr>
            <a:spLocks xmlns:a="http://schemas.openxmlformats.org/drawingml/2006/main" noGrp="1"/>
          </p:cNvSpPr>
          <p:nvPr>
            <p:ph type="body" idx="64"/>
          </p:nvPr>
        </p:nvSpPr>
        <p:spPr>
          <a:xfrm xmlns:a="http://schemas.openxmlformats.org/drawingml/2006/main">
            <a:off x="4212489" y="1244600"/>
            <a:ext cx="1638150" cy="842542"/>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000" b="1">
                <a:solidFill>
                  <a:schemeClr val="accent5"/>
                </a:solidFill>
              </a:defRPr>
            </a:lvl1pPr>
            <a:lvl2pPr marL="0" indent="0" algn="l">
              <a:lnSpc>
                <a:spcPct val="100000"/>
              </a:lnSpc>
              <a:spcBef>
                <a:spcPts val="0"/>
              </a:spcBef>
              <a:buNone/>
              <a:defRPr sz="10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Picture Placeholder 2">
            <a:extLst xmlns:a="http://schemas.openxmlformats.org/drawingml/2006/main">
              <a:ext uri="{FF2B5EF4-FFF2-40B4-BE49-F238E27FC236}">
                <a16:creationId xmlns:a16="http://schemas.microsoft.com/office/drawing/2014/main" id="{BCF0A30F-C4F3-DB05-3F37-92523FC69B59}"/>
              </a:ext>
            </a:extLst>
          </p:cNvPr>
          <p:cNvSpPr>
            <a:spLocks xmlns:a="http://schemas.openxmlformats.org/drawingml/2006/main" noGrp="1"/>
          </p:cNvSpPr>
          <p:nvPr>
            <p:ph type="pic" idx="65"/>
          </p:nvPr>
        </p:nvSpPr>
        <p:spPr>
          <a:xfrm xmlns:a="http://schemas.openxmlformats.org/drawingml/2006/main">
            <a:off x="3293534" y="2302933"/>
            <a:ext cx="844797" cy="842543"/>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9144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27" name="Text Placeholder 20">
            <a:extLst xmlns:a="http://schemas.openxmlformats.org/drawingml/2006/main">
              <a:ext uri="{FF2B5EF4-FFF2-40B4-BE49-F238E27FC236}">
                <a16:creationId xmlns:a16="http://schemas.microsoft.com/office/drawing/2014/main" id="{62BCB3E7-BB70-9B33-CBE9-3F35E5F90866}"/>
              </a:ext>
            </a:extLst>
          </p:cNvPr>
          <p:cNvSpPr>
            <a:spLocks xmlns:a="http://schemas.openxmlformats.org/drawingml/2006/main" noGrp="1"/>
          </p:cNvSpPr>
          <p:nvPr>
            <p:ph type="body" idx="66"/>
          </p:nvPr>
        </p:nvSpPr>
        <p:spPr>
          <a:xfrm xmlns:a="http://schemas.openxmlformats.org/drawingml/2006/main">
            <a:off x="4212489" y="2302933"/>
            <a:ext cx="1638150" cy="842542"/>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000" b="1">
                <a:solidFill>
                  <a:schemeClr val="accent5"/>
                </a:solidFill>
              </a:defRPr>
            </a:lvl1pPr>
            <a:lvl2pPr marL="0" indent="0" algn="l">
              <a:lnSpc>
                <a:spcPct val="100000"/>
              </a:lnSpc>
              <a:spcBef>
                <a:spcPts val="0"/>
              </a:spcBef>
              <a:buNone/>
              <a:defRPr sz="10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28" name="Picture Placeholder 2">
            <a:extLst xmlns:a="http://schemas.openxmlformats.org/drawingml/2006/main">
              <a:ext uri="{FF2B5EF4-FFF2-40B4-BE49-F238E27FC236}">
                <a16:creationId xmlns:a16="http://schemas.microsoft.com/office/drawing/2014/main" id="{A11C4F4A-0195-27C7-E642-9D6208DA176A}"/>
              </a:ext>
            </a:extLst>
          </p:cNvPr>
          <p:cNvSpPr>
            <a:spLocks xmlns:a="http://schemas.openxmlformats.org/drawingml/2006/main" noGrp="1"/>
          </p:cNvSpPr>
          <p:nvPr>
            <p:ph type="pic" idx="67"/>
          </p:nvPr>
        </p:nvSpPr>
        <p:spPr>
          <a:xfrm xmlns:a="http://schemas.openxmlformats.org/drawingml/2006/main">
            <a:off x="3293534" y="3361267"/>
            <a:ext cx="844797" cy="842543"/>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9144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29" name="Text Placeholder 20">
            <a:extLst xmlns:a="http://schemas.openxmlformats.org/drawingml/2006/main">
              <a:ext uri="{FF2B5EF4-FFF2-40B4-BE49-F238E27FC236}">
                <a16:creationId xmlns:a16="http://schemas.microsoft.com/office/drawing/2014/main" id="{1087E668-3429-2E39-B005-5ACD08A9A4A2}"/>
              </a:ext>
            </a:extLst>
          </p:cNvPr>
          <p:cNvSpPr>
            <a:spLocks xmlns:a="http://schemas.openxmlformats.org/drawingml/2006/main" noGrp="1"/>
          </p:cNvSpPr>
          <p:nvPr>
            <p:ph type="body" idx="68"/>
          </p:nvPr>
        </p:nvSpPr>
        <p:spPr>
          <a:xfrm xmlns:a="http://schemas.openxmlformats.org/drawingml/2006/main">
            <a:off x="4212489" y="3361267"/>
            <a:ext cx="1638150" cy="842542"/>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000" b="1">
                <a:solidFill>
                  <a:schemeClr val="accent5"/>
                </a:solidFill>
              </a:defRPr>
            </a:lvl1pPr>
            <a:lvl2pPr marL="0" indent="0" algn="l">
              <a:lnSpc>
                <a:spcPct val="100000"/>
              </a:lnSpc>
              <a:spcBef>
                <a:spcPts val="0"/>
              </a:spcBef>
              <a:buNone/>
              <a:defRPr sz="10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30" name="Picture Placeholder 2">
            <a:extLst xmlns:a="http://schemas.openxmlformats.org/drawingml/2006/main">
              <a:ext uri="{FF2B5EF4-FFF2-40B4-BE49-F238E27FC236}">
                <a16:creationId xmlns:a16="http://schemas.microsoft.com/office/drawing/2014/main" id="{5D679692-D6AF-1F2F-6705-415A4CDC8C98}"/>
              </a:ext>
            </a:extLst>
          </p:cNvPr>
          <p:cNvSpPr>
            <a:spLocks xmlns:a="http://schemas.openxmlformats.org/drawingml/2006/main" noGrp="1"/>
          </p:cNvSpPr>
          <p:nvPr>
            <p:ph type="pic" idx="69"/>
          </p:nvPr>
        </p:nvSpPr>
        <p:spPr>
          <a:xfrm xmlns:a="http://schemas.openxmlformats.org/drawingml/2006/main">
            <a:off x="6121401" y="1244600"/>
            <a:ext cx="844797" cy="842543"/>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9144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39" name="Text Placeholder 20">
            <a:extLst xmlns:a="http://schemas.openxmlformats.org/drawingml/2006/main">
              <a:ext uri="{FF2B5EF4-FFF2-40B4-BE49-F238E27FC236}">
                <a16:creationId xmlns:a16="http://schemas.microsoft.com/office/drawing/2014/main" id="{D5FD5CB7-D953-8DFE-476A-FF443726D400}"/>
              </a:ext>
            </a:extLst>
          </p:cNvPr>
          <p:cNvSpPr>
            <a:spLocks xmlns:a="http://schemas.openxmlformats.org/drawingml/2006/main" noGrp="1"/>
          </p:cNvSpPr>
          <p:nvPr>
            <p:ph type="body" idx="70"/>
          </p:nvPr>
        </p:nvSpPr>
        <p:spPr>
          <a:xfrm xmlns:a="http://schemas.openxmlformats.org/drawingml/2006/main">
            <a:off x="7040356" y="1244600"/>
            <a:ext cx="1638150" cy="842542"/>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000" b="1">
                <a:solidFill>
                  <a:schemeClr val="accent5"/>
                </a:solidFill>
              </a:defRPr>
            </a:lvl1pPr>
            <a:lvl2pPr marL="0" indent="0" algn="l">
              <a:lnSpc>
                <a:spcPct val="100000"/>
              </a:lnSpc>
              <a:spcBef>
                <a:spcPts val="0"/>
              </a:spcBef>
              <a:buNone/>
              <a:defRPr sz="10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40" name="Picture Placeholder 2">
            <a:extLst xmlns:a="http://schemas.openxmlformats.org/drawingml/2006/main">
              <a:ext uri="{FF2B5EF4-FFF2-40B4-BE49-F238E27FC236}">
                <a16:creationId xmlns:a16="http://schemas.microsoft.com/office/drawing/2014/main" id="{C6545F4B-2F62-3A05-2D03-0743BD51F5E1}"/>
              </a:ext>
            </a:extLst>
          </p:cNvPr>
          <p:cNvSpPr>
            <a:spLocks xmlns:a="http://schemas.openxmlformats.org/drawingml/2006/main" noGrp="1"/>
          </p:cNvSpPr>
          <p:nvPr>
            <p:ph type="pic" idx="71"/>
          </p:nvPr>
        </p:nvSpPr>
        <p:spPr>
          <a:xfrm xmlns:a="http://schemas.openxmlformats.org/drawingml/2006/main">
            <a:off x="6121401" y="2302933"/>
            <a:ext cx="844797" cy="842543"/>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9144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41" name="Text Placeholder 20">
            <a:extLst xmlns:a="http://schemas.openxmlformats.org/drawingml/2006/main">
              <a:ext uri="{FF2B5EF4-FFF2-40B4-BE49-F238E27FC236}">
                <a16:creationId xmlns:a16="http://schemas.microsoft.com/office/drawing/2014/main" id="{9302E955-FBD5-07DF-08F2-D67D1C91CCA9}"/>
              </a:ext>
            </a:extLst>
          </p:cNvPr>
          <p:cNvSpPr>
            <a:spLocks xmlns:a="http://schemas.openxmlformats.org/drawingml/2006/main" noGrp="1"/>
          </p:cNvSpPr>
          <p:nvPr>
            <p:ph type="body" idx="72"/>
          </p:nvPr>
        </p:nvSpPr>
        <p:spPr>
          <a:xfrm xmlns:a="http://schemas.openxmlformats.org/drawingml/2006/main">
            <a:off x="7040356" y="2302933"/>
            <a:ext cx="1638150" cy="842542"/>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000" b="1">
                <a:solidFill>
                  <a:schemeClr val="accent5"/>
                </a:solidFill>
              </a:defRPr>
            </a:lvl1pPr>
            <a:lvl2pPr marL="0" indent="0" algn="l">
              <a:lnSpc>
                <a:spcPct val="100000"/>
              </a:lnSpc>
              <a:spcBef>
                <a:spcPts val="0"/>
              </a:spcBef>
              <a:buNone/>
              <a:defRPr sz="10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42" name="Picture Placeholder 2">
            <a:extLst xmlns:a="http://schemas.openxmlformats.org/drawingml/2006/main">
              <a:ext uri="{FF2B5EF4-FFF2-40B4-BE49-F238E27FC236}">
                <a16:creationId xmlns:a16="http://schemas.microsoft.com/office/drawing/2014/main" id="{C65F9398-2EA1-584D-D13D-557D80AEAECF}"/>
              </a:ext>
            </a:extLst>
          </p:cNvPr>
          <p:cNvSpPr>
            <a:spLocks xmlns:a="http://schemas.openxmlformats.org/drawingml/2006/main" noGrp="1"/>
          </p:cNvSpPr>
          <p:nvPr>
            <p:ph type="pic" idx="73"/>
          </p:nvPr>
        </p:nvSpPr>
        <p:spPr>
          <a:xfrm xmlns:a="http://schemas.openxmlformats.org/drawingml/2006/main">
            <a:off x="6121401" y="3361267"/>
            <a:ext cx="844797" cy="842543"/>
          </a:xfrm>
          <a:prstGeom xmlns:a="http://schemas.openxmlformats.org/drawingml/2006/main" prst="rect">
            <a:avLst/>
          </a:prstGeom>
          <a:solidFill xmlns:a="http://schemas.openxmlformats.org/drawingml/2006/main">
            <a:schemeClr val="bg1">
              <a:lumMod val="75000"/>
            </a:schemeClr>
          </a:solidFill>
        </p:spPr>
        <p:txBody>
          <a:bodyPr xmlns:a="http://schemas.openxmlformats.org/drawingml/2006/main" tIns="91440">
            <a:normAutofit/>
          </a:bodyPr>
          <a:lstStyle xmlns:a="http://schemas.openxmlformats.org/drawingml/2006/main">
            <a:lvl1pPr marL="0" indent="0" algn="ctr">
              <a:lnSpc>
                <a:spcPct val="100000"/>
              </a:lnSpc>
              <a:spcBef>
                <a:spcPts val="0"/>
              </a:spcBef>
              <a:buNone/>
              <a:defRPr sz="800">
                <a:solidFill>
                  <a:schemeClr val="accent5"/>
                </a:solidFill>
              </a:defRPr>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xmlns:a="http://schemas.openxmlformats.org/drawingml/2006/main">
            <a:pPr lvl="0">
              <a:buNone/>
            </a:pPr>
            <a:r>
              <a:t>Click icon to add picture</a:t>
            </a:r>
            <a:endParaRPr/>
          </a:p>
        </p:txBody>
      </p:sp>
      <p:sp>
        <p:nvSpPr>
          <p:cNvPr id="43" name="Text Placeholder 20">
            <a:extLst xmlns:a="http://schemas.openxmlformats.org/drawingml/2006/main">
              <a:ext uri="{FF2B5EF4-FFF2-40B4-BE49-F238E27FC236}">
                <a16:creationId xmlns:a16="http://schemas.microsoft.com/office/drawing/2014/main" id="{9853ADF9-53A8-EAB6-24B7-AD262DD7591B}"/>
              </a:ext>
            </a:extLst>
          </p:cNvPr>
          <p:cNvSpPr>
            <a:spLocks xmlns:a="http://schemas.openxmlformats.org/drawingml/2006/main" noGrp="1"/>
          </p:cNvSpPr>
          <p:nvPr>
            <p:ph type="body" idx="74"/>
          </p:nvPr>
        </p:nvSpPr>
        <p:spPr>
          <a:xfrm xmlns:a="http://schemas.openxmlformats.org/drawingml/2006/main">
            <a:off x="7040356" y="3361267"/>
            <a:ext cx="1638150" cy="842542"/>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buNone/>
              <a:defRPr sz="1000" b="1">
                <a:solidFill>
                  <a:schemeClr val="accent5"/>
                </a:solidFill>
              </a:defRPr>
            </a:lvl1pPr>
            <a:lvl2pPr marL="0" indent="0" algn="l">
              <a:lnSpc>
                <a:spcPct val="100000"/>
              </a:lnSpc>
              <a:spcBef>
                <a:spcPts val="0"/>
              </a:spcBef>
              <a:buNone/>
              <a:defRPr sz="1000">
                <a:solidFill>
                  <a:schemeClr val="accent5"/>
                </a:solidFill>
              </a:defRPr>
            </a:lvl2pPr>
            <a:lvl3pPr marL="0" indent="0">
              <a:lnSpc>
                <a:spcPct val="100000"/>
              </a:lnSpc>
              <a:spcBef>
                <a:spcPts val="0"/>
              </a:spcBef>
              <a:buNone/>
              <a:defRPr b="0">
                <a:solidFill>
                  <a:schemeClr val="tx1"/>
                </a:solidFill>
              </a:defRPr>
            </a:lvl3pPr>
            <a:lvl4pPr marL="0" indent="0">
              <a:lnSpc>
                <a:spcPct val="100000"/>
              </a:lnSpc>
              <a:spcBef>
                <a:spcPts val="0"/>
              </a:spcBef>
              <a:buNone/>
              <a:defRPr b="1">
                <a:solidFill>
                  <a:schemeClr val="tx1"/>
                </a:solidFill>
              </a:defRPr>
            </a:lvl4pPr>
            <a:lvl5pPr marL="0" indent="0">
              <a:lnSpc>
                <a:spcPct val="100000"/>
              </a:lnSpc>
              <a:spcBef>
                <a:spcPts val="0"/>
              </a:spcBef>
              <a:buNone/>
              <a:defRPr>
                <a:solidFill>
                  <a:schemeClr val="tx1"/>
                </a:solidFill>
              </a:defRPr>
            </a:lvl5pPr>
            <a:lvl6pPr marL="0" indent="0">
              <a:buFontTx/>
              <a:buNone/>
              <a:defRPr/>
            </a:lvl6pPr>
            <a:lvl7pPr marL="0" indent="0">
              <a:buFontTx/>
              <a:buNone/>
              <a:defRPr>
                <a:solidFill>
                  <a:schemeClr val="tx2"/>
                </a:solidFill>
              </a:defRPr>
            </a:lvl7pPr>
            <a:lvl8pPr marL="0" indent="0">
              <a:buFontTx/>
              <a:buNone/>
              <a:defRPr/>
            </a:lvl8pPr>
            <a:lvl9pPr marL="0" indent="0">
              <a:buFontTx/>
              <a:buNone/>
              <a:defRPr/>
            </a:lvl9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Text Placeholder 6">
            <a:extLst xmlns:a="http://schemas.openxmlformats.org/drawingml/2006/main">
              <a:ext uri="{FF2B5EF4-FFF2-40B4-BE49-F238E27FC236}">
                <a16:creationId xmlns:a16="http://schemas.microsoft.com/office/drawing/2014/main" id="{4CD4C432-4D1F-98EE-D120-AEAF2E93309B}"/>
              </a:ext>
            </a:extLst>
          </p:cNvPr>
          <p:cNvSpPr>
            <a:spLocks xmlns:a="http://schemas.openxmlformats.org/drawingml/2006/main" noGrp="1"/>
          </p:cNvSpPr>
          <p:nvPr>
            <p:ph type="body" idx="10"/>
          </p:nvPr>
        </p:nvSpPr>
        <p:spPr>
          <a:xfrm xmlns:a="http://schemas.openxmlformats.org/drawingml/2006/main">
            <a:off x="457200" y="836612"/>
            <a:ext cx="8226425" cy="4079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spcAft>
                <a:spcPts val="0"/>
              </a:spcAft>
              <a:buNone/>
              <a:defRPr sz="1300" b="1">
                <a:solidFill>
                  <a:schemeClr val="accent5"/>
                </a:solidFill>
              </a:defRPr>
            </a:lvl1pPr>
            <a:lvl2pPr marL="0" indent="0">
              <a:buNone/>
              <a:defRPr sz="1000" b="1">
                <a:solidFill>
                  <a:schemeClr val="accent5"/>
                </a:solidFill>
              </a:defRPr>
            </a:lvl2pPr>
            <a:lvl3pPr marL="0" indent="0">
              <a:buNone/>
              <a:defRPr sz="1000">
                <a:solidFill>
                  <a:schemeClr val="accent5"/>
                </a:solidFill>
              </a:defRPr>
            </a:lvl3pPr>
            <a:lvl4pPr marL="0" indent="0">
              <a:buNone/>
              <a:defRPr sz="1000" b="1">
                <a:solidFill>
                  <a:schemeClr val="accent5"/>
                </a:solidFill>
              </a:defRPr>
            </a:lvl4pPr>
            <a:lvl5pPr marL="0" indent="0">
              <a:buNone/>
              <a:defRPr sz="1000" b="1">
                <a:solidFill>
                  <a:schemeClr val="accent5"/>
                </a:solidFill>
              </a:defRPr>
            </a:lvl5pPr>
            <a:lvl6pPr marL="0" indent="0">
              <a:buFontTx/>
              <a:buNone/>
              <a:defRPr sz="1000" b="1">
                <a:solidFill>
                  <a:schemeClr val="accent5"/>
                </a:solidFill>
              </a:defRPr>
            </a:lvl6pPr>
            <a:lvl7pPr marL="0" indent="0">
              <a:buFontTx/>
              <a:buNone/>
              <a:defRPr sz="1000" b="1">
                <a:solidFill>
                  <a:schemeClr val="accent5"/>
                </a:solidFill>
              </a:defRPr>
            </a:lvl7pPr>
            <a:lvl8pPr marL="0" indent="0">
              <a:buFontTx/>
              <a:buNone/>
              <a:defRPr sz="1000" b="1">
                <a:solidFill>
                  <a:schemeClr val="accent5"/>
                </a:solidFill>
              </a:defRPr>
            </a:lvl8pPr>
            <a:lvl9pPr marL="0" indent="0">
              <a:buFontTx/>
              <a:buNone/>
              <a:defRPr sz="1000" b="1">
                <a:solidFill>
                  <a:schemeClr val="accent5"/>
                </a:solidFill>
              </a:defRPr>
            </a:lvl9pPr>
          </a:lstStyle>
          <a:p xmlns:a="http://schemas.openxmlformats.org/drawingml/2006/main">
            <a:pPr lvl="0">
              <a:buNone/>
            </a:pPr>
            <a:r>
              <a:t>Click to edit Master text styles</a:t>
            </a:r>
          </a:p>
        </p:txBody>
      </p:sp>
      <p:sp>
        <p:nvSpPr>
          <p:cNvPr id="4" name="TextBox 3">
            <a:extLst xmlns:a="http://schemas.openxmlformats.org/drawingml/2006/main">
              <a:ext uri="{FF2B5EF4-FFF2-40B4-BE49-F238E27FC236}">
                <a16:creationId xmlns:a16="http://schemas.microsoft.com/office/drawing/2014/main" id="{26C27A7F-B68E-B141-C8A8-A27505948FE5}"/>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68" name="Picture 10"/>
          <p:cNvPicPr>
            <a:picLocks xmlns:a="http://schemas.openxmlformats.org/drawingml/2006/main" noChangeAspect="1"/>
          </p:cNvPicPr>
          <p:nvPr/>
        </p:nvPicPr>
        <p:blipFill>
          <a:blip xmlns:r="http://schemas.openxmlformats.org/officeDocument/2006/relationships" xmlns:a="http://schemas.openxmlformats.org/drawingml/2006/main" r:embed="R7ce28dfe61b14248">
            <a:extLst>
              <a:ext uri="{96DAC541-7B7A-43D3-8B79-37D633B846F1}">
                <asvg:svgBlip xmlns:asvg="http://schemas.microsoft.com/office/drawing/2016/SVG/main" r:embed="Rbac109a2a4fe4184"/>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29.xml><?xml version="1.0" encoding="utf-8"?>
<p:sldLayout xmlns:p="http://schemas.openxmlformats.org/presentationml/2006/main" userDrawn="1">
  <p:cSld name="Title and Subhea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F93436-4C1B-810D-7BFC-9F450CE7AEE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4" name="Footer Placeholder 3">
            <a:extLst xmlns:a="http://schemas.openxmlformats.org/drawingml/2006/main">
              <a:ext uri="{FF2B5EF4-FFF2-40B4-BE49-F238E27FC236}">
                <a16:creationId xmlns:a16="http://schemas.microsoft.com/office/drawing/2014/main" id="{F26D4ACD-E0D7-040E-3529-FCDB3157F3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7" name="Straight Connector 6">
            <a:extLst xmlns:a="http://schemas.openxmlformats.org/drawingml/2006/main">
              <a:ext uri="{FF2B5EF4-FFF2-40B4-BE49-F238E27FC236}">
                <a16:creationId xmlns:a16="http://schemas.microsoft.com/office/drawing/2014/main" id="{98B60049-DF26-4A1F-A91D-85C96197CE1F}"/>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8" name="Text Placeholder 6">
            <a:extLst xmlns:a="http://schemas.openxmlformats.org/drawingml/2006/main">
              <a:ext uri="{FF2B5EF4-FFF2-40B4-BE49-F238E27FC236}">
                <a16:creationId xmlns:a16="http://schemas.microsoft.com/office/drawing/2014/main" id="{78693BEE-2C98-621F-A687-4F42FAC33302}"/>
              </a:ext>
            </a:extLst>
          </p:cNvPr>
          <p:cNvSpPr>
            <a:spLocks xmlns:a="http://schemas.openxmlformats.org/drawingml/2006/main" noGrp="1"/>
          </p:cNvSpPr>
          <p:nvPr>
            <p:ph type="body" idx="10"/>
          </p:nvPr>
        </p:nvSpPr>
        <p:spPr>
          <a:xfrm xmlns:a="http://schemas.openxmlformats.org/drawingml/2006/main">
            <a:off x="457200" y="836612"/>
            <a:ext cx="8226425" cy="4079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spcAft>
                <a:spcPts val="0"/>
              </a:spcAft>
              <a:buNone/>
              <a:defRPr sz="1300" b="1">
                <a:solidFill>
                  <a:schemeClr val="accent5"/>
                </a:solidFill>
              </a:defRPr>
            </a:lvl1pPr>
            <a:lvl2pPr marL="0" indent="0">
              <a:buNone/>
              <a:defRPr sz="1000" b="1">
                <a:solidFill>
                  <a:schemeClr val="accent5"/>
                </a:solidFill>
              </a:defRPr>
            </a:lvl2pPr>
            <a:lvl3pPr marL="0" indent="0">
              <a:buNone/>
              <a:defRPr sz="1000">
                <a:solidFill>
                  <a:schemeClr val="accent5"/>
                </a:solidFill>
              </a:defRPr>
            </a:lvl3pPr>
            <a:lvl4pPr marL="0" indent="0">
              <a:buNone/>
              <a:defRPr sz="1000" b="1">
                <a:solidFill>
                  <a:schemeClr val="accent5"/>
                </a:solidFill>
              </a:defRPr>
            </a:lvl4pPr>
            <a:lvl5pPr marL="0" indent="0">
              <a:buNone/>
              <a:defRPr sz="1000" b="1">
                <a:solidFill>
                  <a:schemeClr val="accent5"/>
                </a:solidFill>
              </a:defRPr>
            </a:lvl5pPr>
            <a:lvl6pPr marL="0" indent="0">
              <a:buFontTx/>
              <a:buNone/>
              <a:defRPr sz="1000" b="1">
                <a:solidFill>
                  <a:schemeClr val="accent5"/>
                </a:solidFill>
              </a:defRPr>
            </a:lvl6pPr>
            <a:lvl7pPr marL="0" indent="0">
              <a:buFontTx/>
              <a:buNone/>
              <a:defRPr sz="1000" b="1">
                <a:solidFill>
                  <a:schemeClr val="accent5"/>
                </a:solidFill>
              </a:defRPr>
            </a:lvl7pPr>
            <a:lvl8pPr marL="0" indent="0">
              <a:buFontTx/>
              <a:buNone/>
              <a:defRPr sz="1000" b="1">
                <a:solidFill>
                  <a:schemeClr val="accent5"/>
                </a:solidFill>
              </a:defRPr>
            </a:lvl8pPr>
            <a:lvl9pPr marL="0" indent="0">
              <a:buFontTx/>
              <a:buNone/>
              <a:defRPr sz="1000" b="1">
                <a:solidFill>
                  <a:schemeClr val="accent5"/>
                </a:solidFill>
              </a:defRPr>
            </a:lvl9pPr>
          </a:lstStyle>
          <a:p xmlns:a="http://schemas.openxmlformats.org/drawingml/2006/main">
            <a:pPr lvl="0">
              <a:buNone/>
            </a:pPr>
            <a:r>
              <a:t>Click to edit Master text styles</a:t>
            </a:r>
          </a:p>
        </p:txBody>
      </p:sp>
      <p:sp>
        <p:nvSpPr>
          <p:cNvPr id="3" name="TextBox 2">
            <a:extLst xmlns:a="http://schemas.openxmlformats.org/drawingml/2006/main">
              <a:ext uri="{FF2B5EF4-FFF2-40B4-BE49-F238E27FC236}">
                <a16:creationId xmlns:a16="http://schemas.microsoft.com/office/drawing/2014/main" id="{0D405FE0-E8E1-7B4E-975A-90C4D5519DDC}"/>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15" name="Picture 10"/>
          <p:cNvPicPr>
            <a:picLocks xmlns:a="http://schemas.openxmlformats.org/drawingml/2006/main" noChangeAspect="1"/>
          </p:cNvPicPr>
          <p:nvPr/>
        </p:nvPicPr>
        <p:blipFill>
          <a:blip xmlns:r="http://schemas.openxmlformats.org/officeDocument/2006/relationships" xmlns:a="http://schemas.openxmlformats.org/drawingml/2006/main" r:embed="R9d912079c3b0421d">
            <a:extLst>
              <a:ext uri="{96DAC541-7B7A-43D3-8B79-37D633B846F1}">
                <asvg:svgBlip xmlns:asvg="http://schemas.microsoft.com/office/drawing/2016/SVG/main" r:embed="Ra21655462f114b40"/>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30.xml><?xml version="1.0" encoding="utf-8"?>
<p:sldLayout xmlns:p="http://schemas.openxmlformats.org/presentationml/2006/main" userDrawn="1">
  <p:cSld name="Blank w/ Footer">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F26D4ACD-E0D7-040E-3529-FCDB3157F3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3" name="TextBox 2">
            <a:extLst xmlns:a="http://schemas.openxmlformats.org/drawingml/2006/main">
              <a:ext uri="{FF2B5EF4-FFF2-40B4-BE49-F238E27FC236}">
                <a16:creationId xmlns:a16="http://schemas.microsoft.com/office/drawing/2014/main" id="{57BE7750-7500-1E19-E4BD-982FE6752758}"/>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8" name="Picture 10"/>
          <p:cNvPicPr>
            <a:picLocks xmlns:a="http://schemas.openxmlformats.org/drawingml/2006/main" noChangeAspect="1"/>
          </p:cNvPicPr>
          <p:nvPr/>
        </p:nvPicPr>
        <p:blipFill>
          <a:blip xmlns:r="http://schemas.openxmlformats.org/officeDocument/2006/relationships" xmlns:a="http://schemas.openxmlformats.org/drawingml/2006/main" r:embed="Rf93f7072ad9a42db">
            <a:extLst>
              <a:ext uri="{96DAC541-7B7A-43D3-8B79-37D633B846F1}">
                <asvg:svgBlip xmlns:asvg="http://schemas.microsoft.com/office/drawing/2016/SVG/main" r:embed="R94d91257d0414b9a"/>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31.xml><?xml version="1.0" encoding="utf-8"?>
<p:sldLayout xmlns:p="http://schemas.openxmlformats.org/presentationml/2006/main" userDrawn="1">
  <p:cSld name="Blank">
    <p:spTree>
      <p:nvGrpSpPr>
        <p:cNvPr id="1" name=""/>
        <p:cNvGrpSpPr/>
        <p:nvPr/>
      </p:nvGrpSpPr>
      <p:grpSpPr>
        <a:xfrm xmlns:a="http://schemas.openxmlformats.org/drawingml/2006/main"/>
      </p:grpSpPr>
    </p:spTree>
  </p:cSld>
</p:sldLayout>
</file>

<file path=ppt/slideLayouts/slideLayout32.xml><?xml version="1.0" encoding="utf-8"?>
<p:sldLayout xmlns:p="http://schemas.openxmlformats.org/presentationml/2006/main" userDrawn="1">
  <p:cSld name="1 col table">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10" name="Straight Connector 9">
            <a:extLst xmlns:a="http://schemas.openxmlformats.org/drawingml/2006/main">
              <a:ext uri="{FF2B5EF4-FFF2-40B4-BE49-F238E27FC236}">
                <a16:creationId xmlns:a16="http://schemas.microsoft.com/office/drawing/2014/main" id="{A07A3AA7-D65C-4E7B-8EBD-7A5580AFCAE2}"/>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3" name="Table Placeholder 2">
            <a:extLst xmlns:a="http://schemas.openxmlformats.org/drawingml/2006/main">
              <a:ext uri="{FF2B5EF4-FFF2-40B4-BE49-F238E27FC236}">
                <a16:creationId xmlns:a16="http://schemas.microsoft.com/office/drawing/2014/main" id="{1026948B-829B-DD27-E3CD-75E711AFE5E5}"/>
              </a:ext>
            </a:extLst>
          </p:cNvPr>
          <p:cNvSpPr>
            <a:spLocks xmlns:a="http://schemas.openxmlformats.org/drawingml/2006/main" noGrp="1"/>
          </p:cNvSpPr>
          <p:nvPr>
            <p:ph type="tbl" idx="14"/>
          </p:nvPr>
        </p:nvSpPr>
        <p:spPr>
          <a:xfrm xmlns:a="http://schemas.openxmlformats.org/drawingml/2006/main">
            <a:off x="457200" y="836613"/>
            <a:ext cx="8226425" cy="3862388"/>
          </a:xfrm>
        </p:spPr>
        <p:txBody>
          <a:bodyPr xmlns:a="http://schemas.openxmlformats.org/drawingml/2006/main" tIns="1097280"/>
          <a:lstStyle xmlns:a="http://schemas.openxmlformats.org/drawingml/2006/main">
            <a:lvl1pPr algn="ctr">
              <a:buNone/>
              <a:defRPr/>
            </a:lvl1pPr>
          </a:lstStyle>
          <a:p xmlns:a="http://schemas.openxmlformats.org/drawingml/2006/main">
            <a:r>
              <a:t>Click icon to add table</a:t>
            </a:r>
          </a:p>
        </p:txBody>
      </p:sp>
      <p:sp>
        <p:nvSpPr>
          <p:cNvPr id="5" name="Title 4">
            <a:extLst xmlns:a="http://schemas.openxmlformats.org/drawingml/2006/main">
              <a:ext uri="{FF2B5EF4-FFF2-40B4-BE49-F238E27FC236}">
                <a16:creationId xmlns:a16="http://schemas.microsoft.com/office/drawing/2014/main" id="{923E0FF3-A7FB-652D-DFC2-9BF038980A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7" name="TextBox 6">
            <a:extLst xmlns:a="http://schemas.openxmlformats.org/drawingml/2006/main">
              <a:ext uri="{FF2B5EF4-FFF2-40B4-BE49-F238E27FC236}">
                <a16:creationId xmlns:a16="http://schemas.microsoft.com/office/drawing/2014/main" id="{C44760A2-BBDE-7C7B-0959-1059F57D2AC3}"/>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17" name="Picture 10"/>
          <p:cNvPicPr>
            <a:picLocks xmlns:a="http://schemas.openxmlformats.org/drawingml/2006/main" noChangeAspect="1"/>
          </p:cNvPicPr>
          <p:nvPr/>
        </p:nvPicPr>
        <p:blipFill>
          <a:blip xmlns:r="http://schemas.openxmlformats.org/officeDocument/2006/relationships" xmlns:a="http://schemas.openxmlformats.org/drawingml/2006/main" r:embed="Rd96fdc8b3e154df3">
            <a:extLst>
              <a:ext uri="{96DAC541-7B7A-43D3-8B79-37D633B846F1}">
                <asvg:svgBlip xmlns:asvg="http://schemas.microsoft.com/office/drawing/2016/SVG/main" r:embed="Ref7e351249b14138"/>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33.xml><?xml version="1.0" encoding="utf-8"?>
<p:sldLayout xmlns:p="http://schemas.openxmlformats.org/presentationml/2006/main" preserve="1" userDrawn="1">
  <p:cSld name="3 col w/ subtitle">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7" name="Title 6">
            <a:extLst xmlns:a="http://schemas.openxmlformats.org/drawingml/2006/main">
              <a:ext uri="{FF2B5EF4-FFF2-40B4-BE49-F238E27FC236}">
                <a16:creationId xmlns:a16="http://schemas.microsoft.com/office/drawing/2014/main" id="{26051FEB-8711-61FA-8B98-3D5E4C1842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9" name="Content Placeholder 8">
            <a:extLst xmlns:a="http://schemas.openxmlformats.org/drawingml/2006/main">
              <a:ext uri="{FF2B5EF4-FFF2-40B4-BE49-F238E27FC236}">
                <a16:creationId xmlns:a16="http://schemas.microsoft.com/office/drawing/2014/main" id="{A321297B-AC8A-917E-8B8D-0D2F244EFA8E}"/>
              </a:ext>
            </a:extLst>
          </p:cNvPr>
          <p:cNvSpPr>
            <a:spLocks xmlns:a="http://schemas.openxmlformats.org/drawingml/2006/main" noGrp="1"/>
          </p:cNvSpPr>
          <p:nvPr>
            <p:ph idx="14"/>
          </p:nvPr>
        </p:nvSpPr>
        <p:spPr>
          <a:xfrm xmlns:a="http://schemas.openxmlformats.org/drawingml/2006/main">
            <a:off x="457201" y="1244601"/>
            <a:ext cx="2562224" cy="3454400"/>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Straight Connector 9">
            <a:extLst xmlns:a="http://schemas.openxmlformats.org/drawingml/2006/main">
              <a:ext uri="{FF2B5EF4-FFF2-40B4-BE49-F238E27FC236}">
                <a16:creationId xmlns:a16="http://schemas.microsoft.com/office/drawing/2014/main" id="{CC66EFF6-9B4D-4FB0-8C63-DB0A72912531}"/>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2" name="Content Placeholder 8">
            <a:extLst xmlns:a="http://schemas.openxmlformats.org/drawingml/2006/main">
              <a:ext uri="{FF2B5EF4-FFF2-40B4-BE49-F238E27FC236}">
                <a16:creationId xmlns:a16="http://schemas.microsoft.com/office/drawing/2014/main" id="{06AB61CD-234B-CF07-28F0-1B51E9C91998}"/>
              </a:ext>
            </a:extLst>
          </p:cNvPr>
          <p:cNvSpPr>
            <a:spLocks xmlns:a="http://schemas.openxmlformats.org/drawingml/2006/main" noGrp="1"/>
          </p:cNvSpPr>
          <p:nvPr>
            <p:ph idx="15"/>
          </p:nvPr>
        </p:nvSpPr>
        <p:spPr>
          <a:xfrm xmlns:a="http://schemas.openxmlformats.org/drawingml/2006/main">
            <a:off x="6124574" y="1244601"/>
            <a:ext cx="2559049" cy="3454400"/>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Content Placeholder 8">
            <a:extLst xmlns:a="http://schemas.openxmlformats.org/drawingml/2006/main">
              <a:ext uri="{FF2B5EF4-FFF2-40B4-BE49-F238E27FC236}">
                <a16:creationId xmlns:a16="http://schemas.microsoft.com/office/drawing/2014/main" id="{BAB2F909-33B4-6C83-7E13-3FFD20B6252C}"/>
              </a:ext>
            </a:extLst>
          </p:cNvPr>
          <p:cNvSpPr>
            <a:spLocks xmlns:a="http://schemas.openxmlformats.org/drawingml/2006/main" noGrp="1"/>
          </p:cNvSpPr>
          <p:nvPr>
            <p:ph idx="16"/>
          </p:nvPr>
        </p:nvSpPr>
        <p:spPr>
          <a:xfrm xmlns:a="http://schemas.openxmlformats.org/drawingml/2006/main">
            <a:off x="3294064" y="1244601"/>
            <a:ext cx="2559049" cy="3454400"/>
          </a:xfrm>
        </p:spPr>
        <p:txBody>
          <a:bodyPr xmlns:a="http://schemas.openxmlformats.org/drawingml/2006/main"/>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1" name="Text Placeholder 6">
            <a:extLst xmlns:a="http://schemas.openxmlformats.org/drawingml/2006/main">
              <a:ext uri="{FF2B5EF4-FFF2-40B4-BE49-F238E27FC236}">
                <a16:creationId xmlns:a16="http://schemas.microsoft.com/office/drawing/2014/main" id="{B41ACCBF-513C-86F5-7250-482CD84FA45D}"/>
              </a:ext>
            </a:extLst>
          </p:cNvPr>
          <p:cNvSpPr>
            <a:spLocks xmlns:a="http://schemas.openxmlformats.org/drawingml/2006/main" noGrp="1"/>
          </p:cNvSpPr>
          <p:nvPr>
            <p:ph type="body" idx="10"/>
          </p:nvPr>
        </p:nvSpPr>
        <p:spPr>
          <a:xfrm xmlns:a="http://schemas.openxmlformats.org/drawingml/2006/main">
            <a:off x="457200" y="836612"/>
            <a:ext cx="8226425" cy="4079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spcAft>
                <a:spcPts val="0"/>
              </a:spcAft>
              <a:buNone/>
              <a:defRPr sz="1300" b="1">
                <a:solidFill>
                  <a:schemeClr val="accent5"/>
                </a:solidFill>
              </a:defRPr>
            </a:lvl1pPr>
            <a:lvl2pPr marL="0" indent="0">
              <a:buNone/>
              <a:defRPr sz="1000" b="1">
                <a:solidFill>
                  <a:schemeClr val="accent5"/>
                </a:solidFill>
              </a:defRPr>
            </a:lvl2pPr>
            <a:lvl3pPr marL="0" indent="0">
              <a:buNone/>
              <a:defRPr sz="1000">
                <a:solidFill>
                  <a:schemeClr val="accent5"/>
                </a:solidFill>
              </a:defRPr>
            </a:lvl3pPr>
            <a:lvl4pPr marL="0" indent="0">
              <a:buNone/>
              <a:defRPr sz="1000" b="1">
                <a:solidFill>
                  <a:schemeClr val="accent5"/>
                </a:solidFill>
              </a:defRPr>
            </a:lvl4pPr>
            <a:lvl5pPr marL="0" indent="0">
              <a:buNone/>
              <a:defRPr sz="1000" b="1">
                <a:solidFill>
                  <a:schemeClr val="accent5"/>
                </a:solidFill>
              </a:defRPr>
            </a:lvl5pPr>
            <a:lvl6pPr marL="0" indent="0">
              <a:buFontTx/>
              <a:buNone/>
              <a:defRPr sz="1000" b="1">
                <a:solidFill>
                  <a:schemeClr val="accent5"/>
                </a:solidFill>
              </a:defRPr>
            </a:lvl6pPr>
            <a:lvl7pPr marL="0" indent="0">
              <a:buFontTx/>
              <a:buNone/>
              <a:defRPr sz="1000" b="1">
                <a:solidFill>
                  <a:schemeClr val="accent5"/>
                </a:solidFill>
              </a:defRPr>
            </a:lvl7pPr>
            <a:lvl8pPr marL="0" indent="0">
              <a:buFontTx/>
              <a:buNone/>
              <a:defRPr sz="1000" b="1">
                <a:solidFill>
                  <a:schemeClr val="accent5"/>
                </a:solidFill>
              </a:defRPr>
            </a:lvl8pPr>
            <a:lvl9pPr marL="0" indent="0">
              <a:buFontTx/>
              <a:buNone/>
              <a:defRPr sz="1000" b="1">
                <a:solidFill>
                  <a:schemeClr val="accent5"/>
                </a:solidFill>
              </a:defRPr>
            </a:lvl9pPr>
          </a:lstStyle>
          <a:p xmlns:a="http://schemas.openxmlformats.org/drawingml/2006/main">
            <a:pPr lvl="0">
              <a:buNone/>
            </a:pPr>
            <a:r>
              <a:t>Click to edit Master text styles</a:t>
            </a:r>
          </a:p>
        </p:txBody>
      </p:sp>
      <p:sp>
        <p:nvSpPr>
          <p:cNvPr id="8" name="TextBox 7">
            <a:extLst xmlns:a="http://schemas.openxmlformats.org/drawingml/2006/main">
              <a:ext uri="{FF2B5EF4-FFF2-40B4-BE49-F238E27FC236}">
                <a16:creationId xmlns:a16="http://schemas.microsoft.com/office/drawing/2014/main" id="{3885B87A-0881-62F8-4C73-78FBA6F18E23}"/>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21" name="Picture 10"/>
          <p:cNvPicPr>
            <a:picLocks xmlns:a="http://schemas.openxmlformats.org/drawingml/2006/main" noChangeAspect="1"/>
          </p:cNvPicPr>
          <p:nvPr/>
        </p:nvPicPr>
        <p:blipFill>
          <a:blip xmlns:r="http://schemas.openxmlformats.org/officeDocument/2006/relationships" xmlns:a="http://schemas.openxmlformats.org/drawingml/2006/main" r:embed="R75ca12cccc374513">
            <a:extLst>
              <a:ext uri="{96DAC541-7B7A-43D3-8B79-37D633B846F1}">
                <asvg:svgBlip xmlns:asvg="http://schemas.microsoft.com/office/drawing/2016/SVG/main" r:embed="R42c155012c0d4671"/>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34.xml><?xml version="1.0" encoding="utf-8"?>
<p:sldLayout xmlns:p="http://schemas.openxmlformats.org/presentationml/2006/main" preserve="1" userDrawn="1">
  <p:cSld name="3 col fill content w/ subtitle">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7" name="Title 6">
            <a:extLst xmlns:a="http://schemas.openxmlformats.org/drawingml/2006/main">
              <a:ext uri="{FF2B5EF4-FFF2-40B4-BE49-F238E27FC236}">
                <a16:creationId xmlns:a16="http://schemas.microsoft.com/office/drawing/2014/main" id="{26051FEB-8711-61FA-8B98-3D5E4C1842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0" name="Straight Connector 9">
            <a:extLst xmlns:a="http://schemas.openxmlformats.org/drawingml/2006/main">
              <a:ext uri="{FF2B5EF4-FFF2-40B4-BE49-F238E27FC236}">
                <a16:creationId xmlns:a16="http://schemas.microsoft.com/office/drawing/2014/main" id="{44DF28D5-DBB2-4428-BF8F-CF9FE891D636}"/>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8" name="Text Placeholder 13">
            <a:extLst xmlns:a="http://schemas.openxmlformats.org/drawingml/2006/main">
              <a:ext uri="{FF2B5EF4-FFF2-40B4-BE49-F238E27FC236}">
                <a16:creationId xmlns:a16="http://schemas.microsoft.com/office/drawing/2014/main" id="{9AF38BF3-B179-B476-CE1C-9081C87C95A0}"/>
              </a:ext>
            </a:extLst>
          </p:cNvPr>
          <p:cNvSpPr>
            <a:spLocks xmlns:a="http://schemas.openxmlformats.org/drawingml/2006/main" noGrp="1"/>
          </p:cNvSpPr>
          <p:nvPr>
            <p:ph type="body" idx="14"/>
          </p:nvPr>
        </p:nvSpPr>
        <p:spPr>
          <a:xfrm xmlns:a="http://schemas.openxmlformats.org/drawingml/2006/main">
            <a:off x="457200" y="1240894"/>
            <a:ext cx="2562225" cy="3458106"/>
          </a:xfrm>
          <a:prstGeom xmlns:a="http://schemas.openxmlformats.org/drawingml/2006/main" prst="rect">
            <a:avLst/>
          </a:prstGeom>
          <a:solidFill xmlns:a="http://schemas.openxmlformats.org/drawingml/2006/main">
            <a:schemeClr val="bg1"/>
          </a:solidFill>
        </p:spPr>
        <p:txBody>
          <a:bodyPr xmlns:a="http://schemas.openxmlformats.org/drawingml/2006/main" lIns="228600" tIns="1097280" rIns="228600"/>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9" name="Picture Placeholder 15">
            <a:extLst xmlns:a="http://schemas.openxmlformats.org/drawingml/2006/main">
              <a:ext uri="{FF2B5EF4-FFF2-40B4-BE49-F238E27FC236}">
                <a16:creationId xmlns:a16="http://schemas.microsoft.com/office/drawing/2014/main" id="{E2FD4FA7-0405-31BB-DF70-3CF2DAFE9EC7}"/>
              </a:ext>
            </a:extLst>
          </p:cNvPr>
          <p:cNvSpPr>
            <a:spLocks xmlns:a="http://schemas.openxmlformats.org/drawingml/2006/main" noGrp="1"/>
          </p:cNvSpPr>
          <p:nvPr>
            <p:ph type="pic" idx="15" hasCustomPrompt="1"/>
          </p:nvPr>
        </p:nvSpPr>
        <p:spPr>
          <a:xfrm xmlns:a="http://schemas.openxmlformats.org/drawingml/2006/main">
            <a:off x="710671" y="1612369"/>
            <a:ext cx="620712" cy="620712"/>
          </a:xfrm>
        </p:spPr>
        <p:txBody>
          <a:bodyPr xmlns:a="http://schemas.openxmlformats.org/drawingml/2006/main"/>
          <a:lstStyle xmlns:a="http://schemas.openxmlformats.org/drawingml/2006/main">
            <a:lvl1pPr algn="ctr">
              <a:buNone/>
              <a:defRPr/>
            </a:lvl1pPr>
          </a:lstStyle>
          <a:p xmlns:a="http://schemas.openxmlformats.org/drawingml/2006/main">
            <a:r>
              <a:t>icon</a:t>
            </a:r>
          </a:p>
        </p:txBody>
      </p:sp>
      <p:sp>
        <p:nvSpPr>
          <p:cNvPr id="11" name="Text Placeholder 13">
            <a:extLst xmlns:a="http://schemas.openxmlformats.org/drawingml/2006/main">
              <a:ext uri="{FF2B5EF4-FFF2-40B4-BE49-F238E27FC236}">
                <a16:creationId xmlns:a16="http://schemas.microsoft.com/office/drawing/2014/main" id="{5E254B0B-D353-A0AF-ACCD-93E358A2D00E}"/>
              </a:ext>
            </a:extLst>
          </p:cNvPr>
          <p:cNvSpPr>
            <a:spLocks xmlns:a="http://schemas.openxmlformats.org/drawingml/2006/main" noGrp="1"/>
          </p:cNvSpPr>
          <p:nvPr>
            <p:ph type="body" idx="16"/>
          </p:nvPr>
        </p:nvSpPr>
        <p:spPr>
          <a:xfrm xmlns:a="http://schemas.openxmlformats.org/drawingml/2006/main">
            <a:off x="3290888" y="1240894"/>
            <a:ext cx="2562225" cy="3458106"/>
          </a:xfrm>
          <a:prstGeom xmlns:a="http://schemas.openxmlformats.org/drawingml/2006/main" prst="rect">
            <a:avLst/>
          </a:prstGeom>
          <a:solidFill xmlns:a="http://schemas.openxmlformats.org/drawingml/2006/main">
            <a:schemeClr val="bg1"/>
          </a:solidFill>
        </p:spPr>
        <p:txBody>
          <a:bodyPr xmlns:a="http://schemas.openxmlformats.org/drawingml/2006/main" lIns="228600" tIns="1097280" rIns="228600"/>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2" name="Picture Placeholder 15">
            <a:extLst xmlns:a="http://schemas.openxmlformats.org/drawingml/2006/main">
              <a:ext uri="{FF2B5EF4-FFF2-40B4-BE49-F238E27FC236}">
                <a16:creationId xmlns:a16="http://schemas.microsoft.com/office/drawing/2014/main" id="{31E13D70-6BBC-A3D5-14BA-764B19982B5B}"/>
              </a:ext>
            </a:extLst>
          </p:cNvPr>
          <p:cNvSpPr>
            <a:spLocks xmlns:a="http://schemas.openxmlformats.org/drawingml/2006/main" noGrp="1"/>
          </p:cNvSpPr>
          <p:nvPr>
            <p:ph type="pic" idx="17" hasCustomPrompt="1"/>
          </p:nvPr>
        </p:nvSpPr>
        <p:spPr>
          <a:xfrm xmlns:a="http://schemas.openxmlformats.org/drawingml/2006/main">
            <a:off x="3544359" y="1612369"/>
            <a:ext cx="620712" cy="620712"/>
          </a:xfrm>
        </p:spPr>
        <p:txBody>
          <a:bodyPr xmlns:a="http://schemas.openxmlformats.org/drawingml/2006/main"/>
          <a:lstStyle xmlns:a="http://schemas.openxmlformats.org/drawingml/2006/main">
            <a:lvl1pPr algn="ctr">
              <a:buNone/>
              <a:defRPr/>
            </a:lvl1pPr>
          </a:lstStyle>
          <a:p xmlns:a="http://schemas.openxmlformats.org/drawingml/2006/main">
            <a:r>
              <a:t>icon</a:t>
            </a:r>
          </a:p>
        </p:txBody>
      </p:sp>
      <p:sp>
        <p:nvSpPr>
          <p:cNvPr id="13" name="Text Placeholder 13">
            <a:extLst xmlns:a="http://schemas.openxmlformats.org/drawingml/2006/main">
              <a:ext uri="{FF2B5EF4-FFF2-40B4-BE49-F238E27FC236}">
                <a16:creationId xmlns:a16="http://schemas.microsoft.com/office/drawing/2014/main" id="{232E3953-962A-D8B0-E569-2C065A0BD8D8}"/>
              </a:ext>
            </a:extLst>
          </p:cNvPr>
          <p:cNvSpPr>
            <a:spLocks xmlns:a="http://schemas.openxmlformats.org/drawingml/2006/main" noGrp="1"/>
          </p:cNvSpPr>
          <p:nvPr>
            <p:ph type="body" idx="18"/>
          </p:nvPr>
        </p:nvSpPr>
        <p:spPr>
          <a:xfrm xmlns:a="http://schemas.openxmlformats.org/drawingml/2006/main">
            <a:off x="6124575" y="1240894"/>
            <a:ext cx="2562225" cy="3458106"/>
          </a:xfrm>
          <a:prstGeom xmlns:a="http://schemas.openxmlformats.org/drawingml/2006/main" prst="rect">
            <a:avLst/>
          </a:prstGeom>
          <a:solidFill xmlns:a="http://schemas.openxmlformats.org/drawingml/2006/main">
            <a:schemeClr val="bg1"/>
          </a:solidFill>
        </p:spPr>
        <p:txBody>
          <a:bodyPr xmlns:a="http://schemas.openxmlformats.org/drawingml/2006/main" lIns="228600" tIns="1097280" rIns="228600"/>
          <a:lstStyle xmlns:a="http://schemas.openxmlformats.org/drawingml/2006/main">
            <a:lvl2pPr>
              <a:buNone/>
              <a:defRPr>
                <a:solidFill>
                  <a:schemeClr val="accent5"/>
                </a:solidFill>
              </a:defRPr>
            </a:lvl2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Picture Placeholder 15">
            <a:extLst xmlns:a="http://schemas.openxmlformats.org/drawingml/2006/main">
              <a:ext uri="{FF2B5EF4-FFF2-40B4-BE49-F238E27FC236}">
                <a16:creationId xmlns:a16="http://schemas.microsoft.com/office/drawing/2014/main" id="{DC36DF53-239F-8C99-CBA2-1E4EAA261DEA}"/>
              </a:ext>
            </a:extLst>
          </p:cNvPr>
          <p:cNvSpPr>
            <a:spLocks xmlns:a="http://schemas.openxmlformats.org/drawingml/2006/main" noGrp="1"/>
          </p:cNvSpPr>
          <p:nvPr>
            <p:ph type="pic" idx="19" hasCustomPrompt="1"/>
          </p:nvPr>
        </p:nvSpPr>
        <p:spPr>
          <a:xfrm xmlns:a="http://schemas.openxmlformats.org/drawingml/2006/main">
            <a:off x="6378046" y="1612369"/>
            <a:ext cx="620712" cy="620712"/>
          </a:xfrm>
        </p:spPr>
        <p:txBody>
          <a:bodyPr xmlns:a="http://schemas.openxmlformats.org/drawingml/2006/main"/>
          <a:lstStyle xmlns:a="http://schemas.openxmlformats.org/drawingml/2006/main">
            <a:lvl1pPr algn="ctr">
              <a:buNone/>
              <a:defRPr/>
            </a:lvl1pPr>
          </a:lstStyle>
          <a:p xmlns:a="http://schemas.openxmlformats.org/drawingml/2006/main">
            <a:r>
              <a:t>icon</a:t>
            </a:r>
          </a:p>
        </p:txBody>
      </p:sp>
      <p:sp>
        <p:nvSpPr>
          <p:cNvPr id="21" name="Text Placeholder 6">
            <a:extLst xmlns:a="http://schemas.openxmlformats.org/drawingml/2006/main">
              <a:ext uri="{FF2B5EF4-FFF2-40B4-BE49-F238E27FC236}">
                <a16:creationId xmlns:a16="http://schemas.microsoft.com/office/drawing/2014/main" id="{AFBAF7E1-9DA8-8159-769C-23EC5CF3248E}"/>
              </a:ext>
            </a:extLst>
          </p:cNvPr>
          <p:cNvSpPr>
            <a:spLocks xmlns:a="http://schemas.openxmlformats.org/drawingml/2006/main" noGrp="1"/>
          </p:cNvSpPr>
          <p:nvPr>
            <p:ph type="body" idx="10"/>
          </p:nvPr>
        </p:nvSpPr>
        <p:spPr>
          <a:xfrm xmlns:a="http://schemas.openxmlformats.org/drawingml/2006/main">
            <a:off x="457200" y="836612"/>
            <a:ext cx="8226425" cy="4079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spcAft>
                <a:spcPts val="0"/>
              </a:spcAft>
              <a:buNone/>
              <a:defRPr sz="1300" b="1">
                <a:solidFill>
                  <a:schemeClr val="accent5"/>
                </a:solidFill>
              </a:defRPr>
            </a:lvl1pPr>
            <a:lvl2pPr marL="0" indent="0">
              <a:buNone/>
              <a:defRPr sz="1000" b="1">
                <a:solidFill>
                  <a:schemeClr val="accent5"/>
                </a:solidFill>
              </a:defRPr>
            </a:lvl2pPr>
            <a:lvl3pPr marL="0" indent="0">
              <a:buNone/>
              <a:defRPr sz="1000">
                <a:solidFill>
                  <a:schemeClr val="accent5"/>
                </a:solidFill>
              </a:defRPr>
            </a:lvl3pPr>
            <a:lvl4pPr marL="0" indent="0">
              <a:buNone/>
              <a:defRPr sz="1000" b="1">
                <a:solidFill>
                  <a:schemeClr val="accent5"/>
                </a:solidFill>
              </a:defRPr>
            </a:lvl4pPr>
            <a:lvl5pPr marL="0" indent="0">
              <a:buNone/>
              <a:defRPr sz="1000" b="1">
                <a:solidFill>
                  <a:schemeClr val="accent5"/>
                </a:solidFill>
              </a:defRPr>
            </a:lvl5pPr>
            <a:lvl6pPr marL="0" indent="0">
              <a:buFontTx/>
              <a:buNone/>
              <a:defRPr sz="1000" b="1">
                <a:solidFill>
                  <a:schemeClr val="accent5"/>
                </a:solidFill>
              </a:defRPr>
            </a:lvl6pPr>
            <a:lvl7pPr marL="0" indent="0">
              <a:buFontTx/>
              <a:buNone/>
              <a:defRPr sz="1000" b="1">
                <a:solidFill>
                  <a:schemeClr val="accent5"/>
                </a:solidFill>
              </a:defRPr>
            </a:lvl7pPr>
            <a:lvl8pPr marL="0" indent="0">
              <a:buFontTx/>
              <a:buNone/>
              <a:defRPr sz="1000" b="1">
                <a:solidFill>
                  <a:schemeClr val="accent5"/>
                </a:solidFill>
              </a:defRPr>
            </a:lvl8pPr>
            <a:lvl9pPr marL="0" indent="0">
              <a:buFontTx/>
              <a:buNone/>
              <a:defRPr sz="1000" b="1">
                <a:solidFill>
                  <a:schemeClr val="accent5"/>
                </a:solidFill>
              </a:defRPr>
            </a:lvl9pPr>
          </a:lstStyle>
          <a:p xmlns:a="http://schemas.openxmlformats.org/drawingml/2006/main">
            <a:pPr lvl="0">
              <a:buNone/>
            </a:pPr>
            <a:r>
              <a:t>Click to edit Master text styles</a:t>
            </a:r>
          </a:p>
        </p:txBody>
      </p:sp>
      <p:sp>
        <p:nvSpPr>
          <p:cNvPr id="3" name="TextBox 2">
            <a:extLst xmlns:a="http://schemas.openxmlformats.org/drawingml/2006/main">
              <a:ext uri="{FF2B5EF4-FFF2-40B4-BE49-F238E27FC236}">
                <a16:creationId xmlns:a16="http://schemas.microsoft.com/office/drawing/2014/main" id="{71045627-1586-EA84-3297-D03386121B00}"/>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34" name="Picture 10"/>
          <p:cNvPicPr>
            <a:picLocks xmlns:a="http://schemas.openxmlformats.org/drawingml/2006/main" noChangeAspect="1"/>
          </p:cNvPicPr>
          <p:nvPr/>
        </p:nvPicPr>
        <p:blipFill>
          <a:blip xmlns:r="http://schemas.openxmlformats.org/officeDocument/2006/relationships" xmlns:a="http://schemas.openxmlformats.org/drawingml/2006/main" r:embed="Rf0360d5da9034e2e">
            <a:extLst>
              <a:ext uri="{96DAC541-7B7A-43D3-8B79-37D633B846F1}">
                <asvg:svgBlip xmlns:asvg="http://schemas.microsoft.com/office/drawing/2016/SVG/main" r:embed="Rec161ebd6dd043fb"/>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35.xml><?xml version="1.0" encoding="utf-8"?>
<p:sldLayout xmlns:p="http://schemas.openxmlformats.org/presentationml/2006/main" preserve="1" userDrawn="1">
  <p:cSld name="6 col w/ subtitle">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7" name="Title 6">
            <a:extLst xmlns:a="http://schemas.openxmlformats.org/drawingml/2006/main">
              <a:ext uri="{FF2B5EF4-FFF2-40B4-BE49-F238E27FC236}">
                <a16:creationId xmlns:a16="http://schemas.microsoft.com/office/drawing/2014/main" id="{26051FEB-8711-61FA-8B98-3D5E4C1842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0" name="Straight Connector 9">
            <a:extLst xmlns:a="http://schemas.openxmlformats.org/drawingml/2006/main">
              <a:ext uri="{FF2B5EF4-FFF2-40B4-BE49-F238E27FC236}">
                <a16:creationId xmlns:a16="http://schemas.microsoft.com/office/drawing/2014/main" id="{45C9834C-D1E0-4034-AD42-7AB836004271}"/>
              </a:ext>
            </a:extLst>
          </p:cNvPr>
          <p:cNvSpPr>
            <a:spLocks xmlns:a="http://schemas.openxmlformats.org/drawingml/2006/main" noGrp="1"/>
          </p:cNvSpPr>
          <p:nvPr/>
        </p:nvSpPr>
        <p:spPr>
          <a:xfrm xmlns:a="http://schemas.openxmlformats.org/drawingml/2006/main">
            <a:off x="457200" y="334251"/>
            <a:ext cx="8226425" cy="0"/>
          </a:xfrm>
          <a:prstGeom xmlns:a="http://schemas.openxmlformats.org/drawingml/2006/main" prst="line">
            <a:avLst/>
          </a:prstGeom>
          <a:ln xmlns:a="http://schemas.openxmlformats.org/drawingml/2006/main" w="6350">
            <a:solidFill>
              <a:schemeClr val="accent5"/>
            </a:solidFill>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8" name="Text Placeholder 13">
            <a:extLst xmlns:a="http://schemas.openxmlformats.org/drawingml/2006/main">
              <a:ext uri="{FF2B5EF4-FFF2-40B4-BE49-F238E27FC236}">
                <a16:creationId xmlns:a16="http://schemas.microsoft.com/office/drawing/2014/main" id="{BF31A455-BB61-7880-DF66-34771B75FB1C}"/>
              </a:ext>
            </a:extLst>
          </p:cNvPr>
          <p:cNvSpPr>
            <a:spLocks xmlns:a="http://schemas.openxmlformats.org/drawingml/2006/main" noGrp="1"/>
          </p:cNvSpPr>
          <p:nvPr>
            <p:ph type="body" idx="19"/>
          </p:nvPr>
        </p:nvSpPr>
        <p:spPr>
          <a:xfrm xmlns:a="http://schemas.openxmlformats.org/drawingml/2006/main">
            <a:off x="7470070" y="1244601"/>
            <a:ext cx="1213555" cy="3454400"/>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1" name="Text Placeholder 13">
            <a:extLst xmlns:a="http://schemas.openxmlformats.org/drawingml/2006/main">
              <a:ext uri="{FF2B5EF4-FFF2-40B4-BE49-F238E27FC236}">
                <a16:creationId xmlns:a16="http://schemas.microsoft.com/office/drawing/2014/main" id="{5C3849EB-4323-843C-3A26-9E74A9EE1D39}"/>
              </a:ext>
            </a:extLst>
          </p:cNvPr>
          <p:cNvSpPr>
            <a:spLocks xmlns:a="http://schemas.openxmlformats.org/drawingml/2006/main" noGrp="1"/>
          </p:cNvSpPr>
          <p:nvPr>
            <p:ph type="body" idx="20"/>
          </p:nvPr>
        </p:nvSpPr>
        <p:spPr>
          <a:xfrm xmlns:a="http://schemas.openxmlformats.org/drawingml/2006/main">
            <a:off x="457200" y="1244601"/>
            <a:ext cx="1213555" cy="3454400"/>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2" name="Text Placeholder 13">
            <a:extLst xmlns:a="http://schemas.openxmlformats.org/drawingml/2006/main">
              <a:ext uri="{FF2B5EF4-FFF2-40B4-BE49-F238E27FC236}">
                <a16:creationId xmlns:a16="http://schemas.microsoft.com/office/drawing/2014/main" id="{AB5C8F40-B245-F37C-2A37-F5F6C0AEA234}"/>
              </a:ext>
            </a:extLst>
          </p:cNvPr>
          <p:cNvSpPr>
            <a:spLocks xmlns:a="http://schemas.openxmlformats.org/drawingml/2006/main" noGrp="1"/>
          </p:cNvSpPr>
          <p:nvPr>
            <p:ph type="body" idx="21"/>
          </p:nvPr>
        </p:nvSpPr>
        <p:spPr>
          <a:xfrm xmlns:a="http://schemas.openxmlformats.org/drawingml/2006/main">
            <a:off x="1859774" y="1244601"/>
            <a:ext cx="1213555" cy="3454400"/>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6" name="Text Placeholder 13">
            <a:extLst xmlns:a="http://schemas.openxmlformats.org/drawingml/2006/main">
              <a:ext uri="{FF2B5EF4-FFF2-40B4-BE49-F238E27FC236}">
                <a16:creationId xmlns:a16="http://schemas.microsoft.com/office/drawing/2014/main" id="{C43920E8-3669-AE3F-CD81-361D927B973E}"/>
              </a:ext>
            </a:extLst>
          </p:cNvPr>
          <p:cNvSpPr>
            <a:spLocks xmlns:a="http://schemas.openxmlformats.org/drawingml/2006/main" noGrp="1"/>
          </p:cNvSpPr>
          <p:nvPr>
            <p:ph type="body" idx="22"/>
          </p:nvPr>
        </p:nvSpPr>
        <p:spPr>
          <a:xfrm xmlns:a="http://schemas.openxmlformats.org/drawingml/2006/main">
            <a:off x="3262348" y="1244601"/>
            <a:ext cx="1213555" cy="3454400"/>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Text Placeholder 13">
            <a:extLst xmlns:a="http://schemas.openxmlformats.org/drawingml/2006/main">
              <a:ext uri="{FF2B5EF4-FFF2-40B4-BE49-F238E27FC236}">
                <a16:creationId xmlns:a16="http://schemas.microsoft.com/office/drawing/2014/main" id="{3341A808-A286-103D-2FA8-A184DB2DFE66}"/>
              </a:ext>
            </a:extLst>
          </p:cNvPr>
          <p:cNvSpPr>
            <a:spLocks xmlns:a="http://schemas.openxmlformats.org/drawingml/2006/main" noGrp="1"/>
          </p:cNvSpPr>
          <p:nvPr>
            <p:ph type="body" idx="23"/>
          </p:nvPr>
        </p:nvSpPr>
        <p:spPr>
          <a:xfrm xmlns:a="http://schemas.openxmlformats.org/drawingml/2006/main">
            <a:off x="4664922" y="1244601"/>
            <a:ext cx="1213555" cy="3454400"/>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8" name="Text Placeholder 13">
            <a:extLst xmlns:a="http://schemas.openxmlformats.org/drawingml/2006/main">
              <a:ext uri="{FF2B5EF4-FFF2-40B4-BE49-F238E27FC236}">
                <a16:creationId xmlns:a16="http://schemas.microsoft.com/office/drawing/2014/main" id="{CD199160-67CF-C4AC-D7B8-61412DD82E2B}"/>
              </a:ext>
            </a:extLst>
          </p:cNvPr>
          <p:cNvSpPr>
            <a:spLocks xmlns:a="http://schemas.openxmlformats.org/drawingml/2006/main" noGrp="1"/>
          </p:cNvSpPr>
          <p:nvPr>
            <p:ph type="body" idx="24"/>
          </p:nvPr>
        </p:nvSpPr>
        <p:spPr>
          <a:xfrm xmlns:a="http://schemas.openxmlformats.org/drawingml/2006/main">
            <a:off x="6067496" y="1244601"/>
            <a:ext cx="1213555" cy="3454400"/>
          </a:xfrm>
          <a:prstGeom xmlns:a="http://schemas.openxmlformats.org/drawingml/2006/main" prst="rect">
            <a:avLst/>
          </a:prstGeom>
          <a:solidFill xmlns:a="http://schemas.openxmlformats.org/drawingml/2006/main">
            <a:schemeClr val="bg1"/>
          </a:solidFill>
        </p:spPr>
        <p:txBody>
          <a:bodyPr xmlns:a="http://schemas.openxmlformats.org/drawingml/2006/main" lIns="137160" tIns="457200" rIns="137160"/>
          <a:lstStyle xmlns:a="http://schemas.openxmlformats.org/drawingml/2006/main">
            <a:lvl1pPr>
              <a:buNone/>
              <a:defRPr sz="1100"/>
            </a:lvl1pPr>
            <a:lvl2pPr>
              <a:buNone/>
              <a:defRPr sz="1200">
                <a:solidFill>
                  <a:schemeClr val="accent5"/>
                </a:solidFill>
              </a:defRPr>
            </a:lvl2pPr>
            <a:lvl3pPr>
              <a:buNone/>
              <a:defRPr sz="1000"/>
            </a:lvl3pPr>
            <a:lvl4pPr>
              <a:buNone/>
              <a:defRPr sz="1000"/>
            </a:lvl4pPr>
            <a:lvl5pPr>
              <a:buNone/>
              <a:defRPr sz="10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9" name="Text Placeholder 6">
            <a:extLst xmlns:a="http://schemas.openxmlformats.org/drawingml/2006/main">
              <a:ext uri="{FF2B5EF4-FFF2-40B4-BE49-F238E27FC236}">
                <a16:creationId xmlns:a16="http://schemas.microsoft.com/office/drawing/2014/main" id="{715BC9B0-6561-A6A7-89F5-1A412ACCCAF6}"/>
              </a:ext>
            </a:extLst>
          </p:cNvPr>
          <p:cNvSpPr>
            <a:spLocks xmlns:a="http://schemas.openxmlformats.org/drawingml/2006/main" noGrp="1"/>
          </p:cNvSpPr>
          <p:nvPr>
            <p:ph type="body" idx="10"/>
          </p:nvPr>
        </p:nvSpPr>
        <p:spPr>
          <a:xfrm xmlns:a="http://schemas.openxmlformats.org/drawingml/2006/main">
            <a:off x="457200" y="836612"/>
            <a:ext cx="8226425" cy="4079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spcAft>
                <a:spcPts val="0"/>
              </a:spcAft>
              <a:buNone/>
              <a:defRPr sz="1300" b="1">
                <a:solidFill>
                  <a:schemeClr val="accent5"/>
                </a:solidFill>
              </a:defRPr>
            </a:lvl1pPr>
            <a:lvl2pPr marL="0" indent="0">
              <a:buNone/>
              <a:defRPr sz="1000" b="1">
                <a:solidFill>
                  <a:schemeClr val="accent5"/>
                </a:solidFill>
              </a:defRPr>
            </a:lvl2pPr>
            <a:lvl3pPr marL="0" indent="0">
              <a:buNone/>
              <a:defRPr sz="1000">
                <a:solidFill>
                  <a:schemeClr val="accent5"/>
                </a:solidFill>
              </a:defRPr>
            </a:lvl3pPr>
            <a:lvl4pPr marL="0" indent="0">
              <a:buNone/>
              <a:defRPr sz="1000" b="1">
                <a:solidFill>
                  <a:schemeClr val="accent5"/>
                </a:solidFill>
              </a:defRPr>
            </a:lvl4pPr>
            <a:lvl5pPr marL="0" indent="0">
              <a:buNone/>
              <a:defRPr sz="1000" b="1">
                <a:solidFill>
                  <a:schemeClr val="accent5"/>
                </a:solidFill>
              </a:defRPr>
            </a:lvl5pPr>
            <a:lvl6pPr marL="0" indent="0">
              <a:buFontTx/>
              <a:buNone/>
              <a:defRPr sz="1000" b="1">
                <a:solidFill>
                  <a:schemeClr val="accent5"/>
                </a:solidFill>
              </a:defRPr>
            </a:lvl6pPr>
            <a:lvl7pPr marL="0" indent="0">
              <a:buFontTx/>
              <a:buNone/>
              <a:defRPr sz="1000" b="1">
                <a:solidFill>
                  <a:schemeClr val="accent5"/>
                </a:solidFill>
              </a:defRPr>
            </a:lvl7pPr>
            <a:lvl8pPr marL="0" indent="0">
              <a:buFontTx/>
              <a:buNone/>
              <a:defRPr sz="1000" b="1">
                <a:solidFill>
                  <a:schemeClr val="accent5"/>
                </a:solidFill>
              </a:defRPr>
            </a:lvl8pPr>
            <a:lvl9pPr marL="0" indent="0">
              <a:buFontTx/>
              <a:buNone/>
              <a:defRPr sz="1000" b="1">
                <a:solidFill>
                  <a:schemeClr val="accent5"/>
                </a:solidFill>
              </a:defRPr>
            </a:lvl9pPr>
          </a:lstStyle>
          <a:p xmlns:a="http://schemas.openxmlformats.org/drawingml/2006/main">
            <a:pPr lvl="0">
              <a:buNone/>
            </a:pPr>
            <a:r>
              <a:t>Click to edit Master text styles</a:t>
            </a:r>
          </a:p>
        </p:txBody>
      </p:sp>
      <p:sp>
        <p:nvSpPr>
          <p:cNvPr id="2" name="TextBox 1">
            <a:extLst xmlns:a="http://schemas.openxmlformats.org/drawingml/2006/main">
              <a:ext uri="{FF2B5EF4-FFF2-40B4-BE49-F238E27FC236}">
                <a16:creationId xmlns:a16="http://schemas.microsoft.com/office/drawing/2014/main" id="{3C0C7354-7DA7-92B7-0070-9C1A4F2FA0CE}"/>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32" name="Picture 10"/>
          <p:cNvPicPr>
            <a:picLocks xmlns:a="http://schemas.openxmlformats.org/drawingml/2006/main" noChangeAspect="1"/>
          </p:cNvPicPr>
          <p:nvPr/>
        </p:nvPicPr>
        <p:blipFill>
          <a:blip xmlns:r="http://schemas.openxmlformats.org/officeDocument/2006/relationships" xmlns:a="http://schemas.openxmlformats.org/drawingml/2006/main" r:embed="Rf725992160ee45d3">
            <a:extLst>
              <a:ext uri="{96DAC541-7B7A-43D3-8B79-37D633B846F1}">
                <asvg:svgBlip xmlns:asvg="http://schemas.microsoft.com/office/drawing/2016/SVG/main" r:embed="R1cbe7a4165164bf2"/>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36.xml><?xml version="1.0" encoding="utf-8"?>
<p:sldLayout xmlns:p="http://schemas.openxmlformats.org/presentationml/2006/main" preserve="1" userDrawn="1">
  <p:cSld name="Instructions: Layouts">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lvl1pPr>
              <a:buNone/>
              <a:defRPr b="0" i="0">
                <a:latin typeface="Tenorite"/>
                <a:ea typeface="Tenorite"/>
                <a:cs typeface="Tenorite"/>
              </a:defRPr>
            </a:lvl1pPr>
          </a:lstStyle>
          <a:p xmlns:a="http://schemas.openxmlformats.org/drawingml/2006/main">
            <a:r>
              <a:t>Member FINRA/SIPC</a:t>
            </a:r>
            <a:endParaRPr/>
          </a:p>
        </p:txBody>
      </p:sp>
      <p:sp>
        <p:nvSpPr>
          <p:cNvPr id="14" name="Content Placeholder 4">
            <a:extLst xmlns:a="http://schemas.openxmlformats.org/drawingml/2006/main">
              <a:ext uri="{FF2B5EF4-FFF2-40B4-BE49-F238E27FC236}">
                <a16:creationId xmlns:a16="http://schemas.microsoft.com/office/drawing/2014/main" id="{E45A4B69-E33B-A1CC-058C-CAB03706A601}"/>
              </a:ext>
            </a:extLst>
          </p:cNvPr>
          <p:cNvSpPr>
            <a:spLocks xmlns:a="http://schemas.openxmlformats.org/drawingml/2006/main" noGrp="1"/>
          </p:cNvSpPr>
          <p:nvPr/>
        </p:nvSpPr>
        <p:spPr>
          <a:xfrm xmlns:a="http://schemas.openxmlformats.org/drawingml/2006/main">
            <a:off x="6124575" y="1255713"/>
            <a:ext cx="2543602" cy="34432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1400" b="1" i="0">
                <a:solidFill>
                  <a:schemeClr val="accent5"/>
                </a:solidFill>
                <a:latin typeface="Tenorite"/>
                <a:ea typeface="Tenorite"/>
                <a:cs typeface="Tenorite"/>
              </a:rPr>
              <a:t>Slide layouts</a:t>
            </a:r>
          </a:p>
          <a:p xmlns:a="http://schemas.openxmlformats.org/drawingml/2006/main">
            <a:r>
              <a:rPr sz="950" b="0" i="0">
                <a:solidFill>
                  <a:schemeClr val="accent5"/>
                </a:solidFill>
                <a:latin typeface="Tenorite"/>
                <a:ea typeface="Tenorite"/>
                <a:cs typeface="Tenorite"/>
              </a:rPr>
              <a:t>A variety of slides are available for you to choose from when building a PPT presentation. The layouts are presented on the following slides. As you build slides you can choose which layout best fits your content. </a:t>
            </a:r>
          </a:p>
          <a:p xmlns:a="http://schemas.openxmlformats.org/drawingml/2006/main">
            <a:pPr marL="228600" indent="-228600">
              <a:buFont typeface="+mj-lt"/>
              <a:buAutoNum type="arabicPeriod"/>
            </a:pPr>
            <a:r>
              <a:rPr sz="950" b="0" i="0">
                <a:solidFill>
                  <a:schemeClr val="accent5"/>
                </a:solidFill>
                <a:latin typeface="Tenorite"/>
                <a:ea typeface="Tenorite"/>
                <a:cs typeface="Tenorite"/>
              </a:rPr>
              <a:t>Under the Home tab, click the “Layout” button to open the options.</a:t>
            </a:r>
          </a:p>
          <a:p xmlns:a="http://schemas.openxmlformats.org/drawingml/2006/main">
            <a:pPr marL="228600" indent="-228600">
              <a:buFont typeface="+mj-lt"/>
              <a:buAutoNum type="arabicPeriod"/>
            </a:pPr>
            <a:r>
              <a:rPr sz="950" b="0" i="0">
                <a:solidFill>
                  <a:schemeClr val="accent5"/>
                </a:solidFill>
                <a:latin typeface="Tenorite"/>
                <a:ea typeface="Tenorite"/>
                <a:cs typeface="Tenorite"/>
              </a:rPr>
              <a:t>Clicking your choice will bring up the </a:t>
            </a:r>
            <a:br/>
            <a:r>
              <a:rPr sz="950" b="0" i="0">
                <a:solidFill>
                  <a:schemeClr val="accent5"/>
                </a:solidFill>
                <a:latin typeface="Tenorite"/>
                <a:ea typeface="Tenorite"/>
                <a:cs typeface="Tenorite"/>
              </a:rPr>
              <a:t>page layout. </a:t>
            </a:r>
          </a:p>
          <a:p xmlns:a="http://schemas.openxmlformats.org/drawingml/2006/main">
            <a:pPr marL="228600" indent="-228600">
              <a:buFont typeface="+mj-lt"/>
              <a:buAutoNum type="arabicPeriod"/>
            </a:pPr>
            <a:r>
              <a:rPr sz="950" b="0" i="0">
                <a:solidFill>
                  <a:schemeClr val="accent5"/>
                </a:solidFill>
                <a:latin typeface="Tenorite"/>
                <a:ea typeface="Tenorite"/>
                <a:cs typeface="Tenorite"/>
              </a:rPr>
              <a:t>A variety of covers, dividers, and content slides are available to build your presentation, with variations of each.</a:t>
            </a:r>
          </a:p>
          <a:p xmlns:a="http://schemas.openxmlformats.org/drawingml/2006/main">
            <a:pPr marL="228600" indent="-228600">
              <a:buFont typeface="+mj-lt"/>
              <a:buAutoNum type="arabicPeriod"/>
            </a:pPr>
            <a:r>
              <a:rPr sz="950" b="0" i="0">
                <a:solidFill>
                  <a:schemeClr val="accent5"/>
                </a:solidFill>
                <a:latin typeface="Tenorite"/>
                <a:ea typeface="Tenorite"/>
                <a:cs typeface="Tenorite"/>
              </a:rPr>
              <a:t>Delete any slides in the following examples that you do not need to use. They are only presented so you can see all of the available layouts.</a:t>
            </a:r>
          </a:p>
        </p:txBody>
      </p:sp>
      <p:pic>
        <p:nvPicPr>
          <p:cNvPr id="25" name="Picture 14"/>
          <p:cNvPicPr>
            <a:picLocks xmlns:a="http://schemas.openxmlformats.org/drawingml/2006/main" noChangeAspect="1"/>
          </p:cNvPicPr>
          <p:nvPr/>
        </p:nvPicPr>
        <p:blipFill rotWithShape="1">
          <a:blip xmlns:r="http://schemas.openxmlformats.org/officeDocument/2006/relationships" xmlns:a="http://schemas.openxmlformats.org/drawingml/2006/main" r:embed="R8d5708fa18544877"/>
          <a:srcRect xmlns:a="http://schemas.openxmlformats.org/drawingml/2006/main" l="-1" t="-7" r="-23513" b="-374984"/>
          <a:stretch xmlns:a="http://schemas.openxmlformats.org/drawingml/2006/main"/>
        </p:blipFill>
        <p:spPr>
          <a:xfrm xmlns:a="http://schemas.openxmlformats.org/drawingml/2006/main" rot="0" flipH="0" flipV="0">
            <a:off x="466725" y="1261994"/>
            <a:ext cx="5386388" cy="3437006"/>
          </a:xfrm>
          <a:prstGeom xmlns:a="http://schemas.openxmlformats.org/drawingml/2006/main" prst="rect">
            <a:avLst/>
          </a:prstGeom>
          <a:ln xmlns:a="http://schemas.openxmlformats.org/drawingml/2006/main">
            <a:solidFill>
              <a:schemeClr val="tx2"/>
            </a:solidFill>
          </a:ln>
        </p:spPr>
      </p:pic>
      <p:pic>
        <p:nvPicPr>
          <p:cNvPr id="26" name="Picture 15"/>
          <p:cNvPicPr>
            <a:picLocks xmlns:a="http://schemas.openxmlformats.org/drawingml/2006/main" noChangeAspect="1"/>
          </p:cNvPicPr>
          <p:nvPr/>
        </p:nvPicPr>
        <p:blipFill>
          <a:blip xmlns:r="http://schemas.openxmlformats.org/officeDocument/2006/relationships" xmlns:a="http://schemas.openxmlformats.org/drawingml/2006/main" r:embed="Rb6c799fee7c94c2f"/>
          <a:srcRect xmlns:a="http://schemas.openxmlformats.org/drawingml/2006/main" l="0" t="0" r="0" b="0"/>
          <a:stretch xmlns:a="http://schemas.openxmlformats.org/drawingml/2006/main"/>
        </p:blipFill>
        <p:spPr>
          <a:xfrm xmlns:a="http://schemas.openxmlformats.org/drawingml/2006/main" rot="0" flipH="0" flipV="0">
            <a:off x="1726326" y="1978958"/>
            <a:ext cx="2960222" cy="2720041"/>
          </a:xfrm>
          <a:prstGeom xmlns:a="http://schemas.openxmlformats.org/drawingml/2006/main" prst="rect">
            <a:avLst/>
          </a:prstGeom>
          <a:ln xmlns:a="http://schemas.openxmlformats.org/drawingml/2006/main">
            <a:noFill/>
          </a:ln>
        </p:spPr>
      </p:pic>
      <p:pic>
        <p:nvPicPr>
          <p:cNvPr id="27" name="Picture 16"/>
          <p:cNvPicPr>
            <a:picLocks xmlns:a="http://schemas.openxmlformats.org/drawingml/2006/main" noChangeAspect="1"/>
          </p:cNvPicPr>
          <p:nvPr/>
        </p:nvPicPr>
        <p:blipFill>
          <a:blip xmlns:r="http://schemas.openxmlformats.org/officeDocument/2006/relationships" xmlns:a="http://schemas.openxmlformats.org/drawingml/2006/main" r:embed="R1b4151a4ea1b49c2"/>
          <a:stretch xmlns:a="http://schemas.openxmlformats.org/drawingml/2006/main">
            <a:fillRect l="0" t="0" r="0" b="0"/>
          </a:stretch>
        </p:blipFill>
        <p:spPr>
          <a:xfrm xmlns:a="http://schemas.openxmlformats.org/drawingml/2006/main" rot="0" flipH="0" flipV="0">
            <a:off x="1574393" y="1624166"/>
            <a:ext cx="420702" cy="420702"/>
          </a:xfrm>
          <a:prstGeom xmlns:a="http://schemas.openxmlformats.org/drawingml/2006/main" prst="rect">
            <a:avLst/>
          </a:prstGeom>
        </p:spPr>
      </p:pic>
      <p:sp>
        <p:nvSpPr>
          <p:cNvPr id="18" name="TextBox 17">
            <a:extLst xmlns:a="http://schemas.openxmlformats.org/drawingml/2006/main">
              <a:ext uri="{FF2B5EF4-FFF2-40B4-BE49-F238E27FC236}">
                <a16:creationId xmlns:a16="http://schemas.microsoft.com/office/drawing/2014/main" id="{55FE506B-E1A3-89C9-F34D-360F5B5A4BD9}"/>
              </a:ext>
            </a:extLst>
          </p:cNvPr>
          <p:cNvSpPr>
            <a:spLocks xmlns:a="http://schemas.openxmlformats.org/drawingml/2006/main" noGrp="1"/>
          </p:cNvSpPr>
          <p:nvPr/>
        </p:nvSpPr>
        <p:spPr>
          <a:xfrm xmlns:a="http://schemas.openxmlformats.org/drawingml/2006/main">
            <a:off x="466724" y="755231"/>
            <a:ext cx="5386389" cy="338554"/>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p xmlns:a="http://schemas.openxmlformats.org/drawingml/2006/main">
            <a:pPr marL="0" indent="-3657600" algn="l">
              <a:spcAft>
                <a:spcPts val="0"/>
              </a:spcAft>
              <a:buNone/>
            </a:pPr>
            <a:r>
              <a:rPr sz="2200" b="0" i="0" u="none" cap="none" spc="0">
                <a:ln>
                  <a:noFill/>
                </a:ln>
                <a:solidFill>
                  <a:schemeClr val="accent6"/>
                </a:solidFill>
                <a:latin typeface="Georgia"/>
                <a:ea typeface="Georgia"/>
                <a:cs typeface="Georgia"/>
              </a:rPr>
              <a:t>Instructions: Available layouts</a:t>
            </a:r>
            <a:endParaRPr sz="2200" b="0" i="0">
              <a:solidFill>
                <a:schemeClr val="accent6"/>
              </a:solidFill>
              <a:latin typeface="Georgia"/>
              <a:ea typeface="Georgia"/>
              <a:cs typeface="Georgia"/>
            </a:endParaRPr>
          </a:p>
        </p:txBody>
      </p:sp>
      <p:sp>
        <p:nvSpPr>
          <p:cNvPr id="3" name="Rectangle 2">
            <a:extLst xmlns:a="http://schemas.openxmlformats.org/drawingml/2006/main">
              <a:ext uri="{FF2B5EF4-FFF2-40B4-BE49-F238E27FC236}">
                <a16:creationId xmlns:a16="http://schemas.microsoft.com/office/drawing/2014/main" id="{BB23CBB8-A7CD-B2CB-D128-F415234664F7}"/>
              </a:ext>
            </a:extLst>
          </p:cNvPr>
          <p:cNvSpPr>
            <a:spLocks xmlns:a="http://schemas.openxmlformats.org/drawingml/2006/main" noGrp="1"/>
          </p:cNvSpPr>
          <p:nvPr/>
        </p:nvSpPr>
        <p:spPr>
          <a:xfrm xmlns:a="http://schemas.openxmlformats.org/drawingml/2006/main">
            <a:off x="0" y="-1"/>
            <a:ext cx="9144000" cy="34096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400" b="1">
                <a:solidFill>
                  <a:schemeClr val="accent5"/>
                </a:solidFill>
              </a:rPr>
              <a:t>PLEASE READ THIS INSTRUCTION SLIDE BEFORE USING THE TEMPLATE</a:t>
            </a:r>
          </a:p>
        </p:txBody>
      </p:sp>
      <p:sp>
        <p:nvSpPr>
          <p:cNvPr id="5" name="TextBox 4">
            <a:extLst xmlns:a="http://schemas.openxmlformats.org/drawingml/2006/main">
              <a:ext uri="{FF2B5EF4-FFF2-40B4-BE49-F238E27FC236}">
                <a16:creationId xmlns:a16="http://schemas.microsoft.com/office/drawing/2014/main" id="{0FB90003-01D5-3698-9908-323A04161D98}"/>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31" name="Picture 10"/>
          <p:cNvPicPr>
            <a:picLocks xmlns:a="http://schemas.openxmlformats.org/drawingml/2006/main" noChangeAspect="1"/>
          </p:cNvPicPr>
          <p:nvPr/>
        </p:nvPicPr>
        <p:blipFill>
          <a:blip xmlns:r="http://schemas.openxmlformats.org/officeDocument/2006/relationships" xmlns:a="http://schemas.openxmlformats.org/drawingml/2006/main" r:embed="R683c0af164b148bd">
            <a:extLst>
              <a:ext uri="{96DAC541-7B7A-43D3-8B79-37D633B846F1}">
                <asvg:svgBlip xmlns:asvg="http://schemas.microsoft.com/office/drawing/2016/SVG/main" r:embed="Rb0831fe635264dab"/>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37.xml><?xml version="1.0" encoding="utf-8"?>
<p:sldLayout xmlns:p="http://schemas.openxmlformats.org/presentationml/2006/main" preserve="1" userDrawn="1">
  <p:cSld name="Instructions: Text Styles">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lvl1pPr>
              <a:buNone/>
              <a:defRPr b="0" i="0">
                <a:latin typeface="Tenorite"/>
                <a:ea typeface="Tenorite"/>
                <a:cs typeface="Tenorite"/>
              </a:defRPr>
            </a:lvl1pPr>
          </a:lstStyle>
          <a:p xmlns:a="http://schemas.openxmlformats.org/drawingml/2006/main">
            <a:r>
              <a:t>Member FINRA/SIPC</a:t>
            </a:r>
            <a:endParaRPr/>
          </a:p>
        </p:txBody>
      </p:sp>
      <p:sp>
        <p:nvSpPr>
          <p:cNvPr id="14" name="Content Placeholder 4">
            <a:extLst xmlns:a="http://schemas.openxmlformats.org/drawingml/2006/main">
              <a:ext uri="{FF2B5EF4-FFF2-40B4-BE49-F238E27FC236}">
                <a16:creationId xmlns:a16="http://schemas.microsoft.com/office/drawing/2014/main" id="{E45A4B69-E33B-A1CC-058C-CAB03706A601}"/>
              </a:ext>
            </a:extLst>
          </p:cNvPr>
          <p:cNvSpPr>
            <a:spLocks xmlns:a="http://schemas.openxmlformats.org/drawingml/2006/main" noGrp="1"/>
          </p:cNvSpPr>
          <p:nvPr/>
        </p:nvSpPr>
        <p:spPr>
          <a:xfrm xmlns:a="http://schemas.openxmlformats.org/drawingml/2006/main">
            <a:off x="6124575" y="1255713"/>
            <a:ext cx="2543602" cy="34432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1400" b="1" i="0">
                <a:solidFill>
                  <a:schemeClr val="accent5"/>
                </a:solidFill>
                <a:latin typeface="Tenorite"/>
                <a:ea typeface="Tenorite"/>
                <a:cs typeface="Tenorite"/>
              </a:rPr>
              <a:t>Preloaded text styles</a:t>
            </a:r>
          </a:p>
          <a:p xmlns:a="http://schemas.openxmlformats.org/drawingml/2006/main">
            <a:r>
              <a:rPr sz="950" b="0" i="0">
                <a:solidFill>
                  <a:schemeClr val="accent5"/>
                </a:solidFill>
                <a:latin typeface="Tenorite"/>
                <a:ea typeface="Tenorite"/>
                <a:cs typeface="Tenorite"/>
              </a:rPr>
              <a:t>All approved fonts, sizes, text colors and </a:t>
            </a:r>
            <a:br/>
            <a:r>
              <a:rPr sz="950" b="0" i="0">
                <a:solidFill>
                  <a:schemeClr val="accent5"/>
                </a:solidFill>
                <a:latin typeface="Tenorite"/>
                <a:ea typeface="Tenorite"/>
                <a:cs typeface="Tenorite"/>
              </a:rPr>
              <a:t>bullets are preloaded into the ”list level” arrows. Standard body copy is the default “first level”, and you can switch to other pre-approved styles by clicking through the arrows. </a:t>
            </a:r>
            <a:br/>
            <a:br/>
            <a:r>
              <a:rPr sz="950" b="0" i="0">
                <a:solidFill>
                  <a:schemeClr val="accent5"/>
                </a:solidFill>
                <a:latin typeface="Tenorite"/>
                <a:ea typeface="Tenorite"/>
                <a:cs typeface="Tenorite"/>
              </a:rPr>
              <a:t>Using the “Bullet” icon is discouraged, as it will default to the built-in PowerPoint indent/bullet </a:t>
            </a:r>
            <a:br/>
            <a:r>
              <a:rPr sz="950" b="0" i="0">
                <a:solidFill>
                  <a:schemeClr val="accent5"/>
                </a:solidFill>
                <a:latin typeface="Tenorite"/>
                <a:ea typeface="Tenorite"/>
                <a:cs typeface="Tenorite"/>
              </a:rPr>
              <a:t>styles and will not make use of the custom indent/bullet styles. </a:t>
            </a:r>
            <a:br/>
            <a:br/>
            <a:r>
              <a:rPr sz="950" b="0" i="0">
                <a:solidFill>
                  <a:schemeClr val="accent5"/>
                </a:solidFill>
                <a:latin typeface="Tenorite"/>
                <a:ea typeface="Tenorite"/>
                <a:cs typeface="Tenorite"/>
              </a:rPr>
              <a:t>Instead, use the “Decrease/Increase List </a:t>
            </a:r>
            <a:br/>
            <a:r>
              <a:rPr sz="950" b="0" i="0">
                <a:solidFill>
                  <a:schemeClr val="accent5"/>
                </a:solidFill>
                <a:latin typeface="Tenorite"/>
                <a:ea typeface="Tenorite"/>
                <a:cs typeface="Tenorite"/>
              </a:rPr>
              <a:t>Level” buttons in the Home tab for all text adjustments to ensure all fonts, colors, sizes remain on brand. </a:t>
            </a:r>
            <a:br/>
            <a:br/>
            <a:r>
              <a:rPr sz="950" b="0" i="0">
                <a:solidFill>
                  <a:schemeClr val="accent5"/>
                </a:solidFill>
                <a:latin typeface="Tenorite"/>
                <a:ea typeface="Tenorite"/>
                <a:cs typeface="Tenorite"/>
              </a:rPr>
              <a:t>The standard text options are shown to the </a:t>
            </a:r>
            <a:br/>
            <a:r>
              <a:rPr sz="950" b="0" i="0">
                <a:solidFill>
                  <a:schemeClr val="accent5"/>
                </a:solidFill>
                <a:latin typeface="Tenorite"/>
                <a:ea typeface="Tenorite"/>
                <a:cs typeface="Tenorite"/>
              </a:rPr>
              <a:t>left, but different text boxes have different preloaded options depending on the </a:t>
            </a:r>
            <a:br/>
            <a:r>
              <a:rPr sz="950" b="0" i="0">
                <a:solidFill>
                  <a:schemeClr val="accent5"/>
                </a:solidFill>
                <a:latin typeface="Tenorite"/>
                <a:ea typeface="Tenorite"/>
                <a:cs typeface="Tenorite"/>
              </a:rPr>
              <a:t>specific layout.</a:t>
            </a:r>
          </a:p>
          <a:p xmlns:a="http://schemas.openxmlformats.org/drawingml/2006/main">
            <a:endParaRPr sz="950">
              <a:solidFill>
                <a:schemeClr val="accent5"/>
              </a:solidFill>
            </a:endParaRPr>
          </a:p>
        </p:txBody>
      </p:sp>
      <p:sp>
        <p:nvSpPr>
          <p:cNvPr id="18" name="TextBox 17">
            <a:extLst xmlns:a="http://schemas.openxmlformats.org/drawingml/2006/main">
              <a:ext uri="{FF2B5EF4-FFF2-40B4-BE49-F238E27FC236}">
                <a16:creationId xmlns:a16="http://schemas.microsoft.com/office/drawing/2014/main" id="{55FE506B-E1A3-89C9-F34D-360F5B5A4BD9}"/>
              </a:ext>
            </a:extLst>
          </p:cNvPr>
          <p:cNvSpPr>
            <a:spLocks xmlns:a="http://schemas.openxmlformats.org/drawingml/2006/main" noGrp="1"/>
          </p:cNvSpPr>
          <p:nvPr/>
        </p:nvSpPr>
        <p:spPr>
          <a:xfrm xmlns:a="http://schemas.openxmlformats.org/drawingml/2006/main">
            <a:off x="466724" y="755231"/>
            <a:ext cx="6501235" cy="338554"/>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p xmlns:a="http://schemas.openxmlformats.org/drawingml/2006/main">
            <a:pPr marL="0" indent="-3657600" algn="l">
              <a:spcAft>
                <a:spcPts val="0"/>
              </a:spcAft>
              <a:buNone/>
            </a:pPr>
            <a:r>
              <a:rPr sz="2200" b="0" i="0" u="none" cap="none" spc="0">
                <a:ln>
                  <a:noFill/>
                </a:ln>
                <a:solidFill>
                  <a:schemeClr val="accent6"/>
                </a:solidFill>
                <a:latin typeface="Georgia"/>
                <a:ea typeface="Georgia"/>
                <a:cs typeface="Georgia"/>
              </a:rPr>
              <a:t>Instructions: Preloaded Text Styles</a:t>
            </a:r>
            <a:endParaRPr sz="2200" b="0" i="0">
              <a:solidFill>
                <a:schemeClr val="accent6"/>
              </a:solidFill>
              <a:latin typeface="Georgia"/>
              <a:ea typeface="Georgia"/>
              <a:cs typeface="Georgia"/>
            </a:endParaRPr>
          </a:p>
        </p:txBody>
      </p:sp>
      <p:pic>
        <p:nvPicPr>
          <p:cNvPr id="24" name="Picture 2"/>
          <p:cNvPicPr>
            <a:picLocks xmlns:a="http://schemas.openxmlformats.org/drawingml/2006/main" noChangeAspect="1"/>
          </p:cNvPicPr>
          <p:nvPr/>
        </p:nvPicPr>
        <p:blipFill rotWithShape="1">
          <a:blip xmlns:r="http://schemas.openxmlformats.org/officeDocument/2006/relationships" xmlns:a="http://schemas.openxmlformats.org/drawingml/2006/main" r:embed="Rafe345a587c84820"/>
          <a:srcRect xmlns:a="http://schemas.openxmlformats.org/drawingml/2006/main" l="0" t="0" r="0" b="0"/>
          <a:stretch xmlns:a="http://schemas.openxmlformats.org/drawingml/2006/main"/>
        </p:blipFill>
        <p:spPr>
          <a:xfrm xmlns:a="http://schemas.openxmlformats.org/drawingml/2006/main" rot="0" flipH="0" flipV="0">
            <a:off x="466726" y="1255235"/>
            <a:ext cx="5386388" cy="861845"/>
          </a:xfrm>
          <a:prstGeom xmlns:a="http://schemas.openxmlformats.org/drawingml/2006/main" prst="rect">
            <a:avLst/>
          </a:prstGeom>
          <a:ln xmlns:a="http://schemas.openxmlformats.org/drawingml/2006/main">
            <a:noFill/>
          </a:ln>
        </p:spPr>
      </p:pic>
      <p:sp>
        <p:nvSpPr>
          <p:cNvPr id="5" name="TextBox 4">
            <a:extLst xmlns:a="http://schemas.openxmlformats.org/drawingml/2006/main">
              <a:ext uri="{FF2B5EF4-FFF2-40B4-BE49-F238E27FC236}">
                <a16:creationId xmlns:a16="http://schemas.microsoft.com/office/drawing/2014/main" id="{1B8486E8-0CEA-B15A-D294-B71A07DE6FF3}"/>
              </a:ext>
            </a:extLst>
          </p:cNvPr>
          <p:cNvSpPr>
            <a:spLocks xmlns:a="http://schemas.openxmlformats.org/drawingml/2006/main" noGrp="1"/>
          </p:cNvSpPr>
          <p:nvPr/>
        </p:nvSpPr>
        <p:spPr>
          <a:xfrm xmlns:a="http://schemas.openxmlformats.org/drawingml/2006/main" rot="0" flipH="0" flipV="0">
            <a:off x="4175811" y="1472386"/>
            <a:ext cx="445887" cy="7078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4000" b="0" i="0">
                <a:solidFill>
                  <a:srgbClr val="C00000"/>
                </a:solidFill>
                <a:latin typeface="Arial"/>
                <a:ea typeface="Arial"/>
                <a:cs typeface="Arial"/>
              </a:rPr>
              <a:t>X</a:t>
            </a:r>
          </a:p>
        </p:txBody>
      </p:sp>
      <p:sp>
        <p:nvSpPr>
          <p:cNvPr id="7" name="Oval 6">
            <a:extLst xmlns:a="http://schemas.openxmlformats.org/drawingml/2006/main">
              <a:ext uri="{FF2B5EF4-FFF2-40B4-BE49-F238E27FC236}">
                <a16:creationId xmlns:a16="http://schemas.microsoft.com/office/drawing/2014/main" id="{F4AF7BF6-1818-2EBB-1816-385E064A52BD}"/>
              </a:ext>
            </a:extLst>
          </p:cNvPr>
          <p:cNvSpPr>
            <a:spLocks xmlns:a="http://schemas.openxmlformats.org/drawingml/2006/main" noGrp="1"/>
          </p:cNvSpPr>
          <p:nvPr/>
        </p:nvSpPr>
        <p:spPr>
          <a:xfrm xmlns:a="http://schemas.openxmlformats.org/drawingml/2006/main" rot="0" flipH="0" flipV="0">
            <a:off x="4747143" y="1605057"/>
            <a:ext cx="542828" cy="308554"/>
          </a:xfrm>
          <a:prstGeom xmlns:a="http://schemas.openxmlformats.org/drawingml/2006/main" prst="ellipse">
            <a:avLst/>
          </a:prstGeom>
          <a:noFill xmlns:a="http://schemas.openxmlformats.org/drawingml/2006/main"/>
          <a:ln xmlns:a="http://schemas.openxmlformats.org/drawingml/2006/main" w="38100">
            <a:solidFill>
              <a:srgbClr val="C00000"/>
            </a:solidFill>
          </a:ln>
        </p:spPr>
        <p:txBody>
          <a:bodyPr xmlns:a="http://schemas.openxmlformats.org/drawingml/2006/main" wrap="none" anchor="ctr"/>
          <a:lstStyle xmlns:a="http://schemas.openxmlformats.org/drawingml/2006/main"/>
          <a:p xmlns:a="http://schemas.openxmlformats.org/drawingml/2006/main">
            <a:pPr algn="ctr">
              <a:buNone/>
            </a:pPr>
            <a:endParaRPr b="0" i="0">
              <a:latin typeface="Arial"/>
              <a:ea typeface="Arial"/>
              <a:cs typeface="Arial"/>
            </a:endParaRPr>
          </a:p>
        </p:txBody>
      </p:sp>
      <p:sp>
        <p:nvSpPr>
          <p:cNvPr id="8" name="TextBox 7">
            <a:extLst xmlns:a="http://schemas.openxmlformats.org/drawingml/2006/main">
              <a:ext uri="{FF2B5EF4-FFF2-40B4-BE49-F238E27FC236}">
                <a16:creationId xmlns:a16="http://schemas.microsoft.com/office/drawing/2014/main" id="{620C8D60-7E1B-F37B-D026-01F11BBEFDE1}"/>
              </a:ext>
            </a:extLst>
          </p:cNvPr>
          <p:cNvSpPr>
            <a:spLocks xmlns:a="http://schemas.openxmlformats.org/drawingml/2006/main" noGrp="1"/>
          </p:cNvSpPr>
          <p:nvPr/>
        </p:nvSpPr>
        <p:spPr>
          <a:xfrm xmlns:a="http://schemas.openxmlformats.org/drawingml/2006/main">
            <a:off x="466726" y="2255742"/>
            <a:ext cx="5383854" cy="2280757"/>
          </a:xfrm>
          <a:prstGeom xmlns:a="http://schemas.openxmlformats.org/drawingml/2006/main" prst="rect">
            <a:avLst/>
          </a:prstGeom>
          <a:noFill xmlns:a="http://schemas.openxmlformats.org/drawingml/2006/main"/>
        </p:spPr>
        <p:txBody>
          <a:bodyPr xmlns:a="http://schemas.openxmlformats.org/drawingml/2006/main" wrap="square" lIns="0" tIns="91440" rIns="0" bIns="0">
            <a:normAutofit/>
          </a:bodyPr>
          <a:lstStyle xmlns:a="http://schemas.openxmlformats.org/drawingml/2006/main"/>
          <a:p xmlns:a="http://schemas.openxmlformats.org/drawingml/2006/main">
            <a:pPr marL="0" marR="0" lvl="0" indent="0" algn="l" defTabSz="914400">
              <a:lnSpc>
                <a:spcPct val="75000"/>
              </a:lnSpc>
              <a:spcBef>
                <a:spcPts val="0"/>
              </a:spcBef>
              <a:spcAft>
                <a:spcPts val="600"/>
              </a:spcAft>
              <a:buClrTx/>
              <a:buSzTx/>
              <a:buFont typeface="Arial"/>
              <a:buNone/>
            </a:pPr>
            <a:r>
              <a:rPr sz="1200" b="0" i="0" u="none" cap="none" spc="0">
                <a:ln>
                  <a:noFill/>
                </a:ln>
                <a:solidFill>
                  <a:schemeClr val="accent5"/>
                </a:solidFill>
                <a:latin typeface="Tenorite"/>
                <a:ea typeface="Tenorite"/>
                <a:cs typeface="Tenorite"/>
              </a:rPr>
              <a:t>Text level 1 – 12pt Tenorite (body copy)</a:t>
            </a:r>
          </a:p>
          <a:p xmlns:a="http://schemas.openxmlformats.org/drawingml/2006/main">
            <a:pPr marL="0" marR="0" lvl="1" indent="0" algn="l" defTabSz="914400">
              <a:lnSpc>
                <a:spcPct val="75000"/>
              </a:lnSpc>
              <a:spcBef>
                <a:spcPts val="0"/>
              </a:spcBef>
              <a:spcAft>
                <a:spcPts val="600"/>
              </a:spcAft>
              <a:buClr>
                <a:srgbClr val="00348E"/>
              </a:buClr>
              <a:buSzTx/>
              <a:buFontTx/>
              <a:buNone/>
              <a:tabLst>
                <a:tab pos="280988" algn="l"/>
              </a:tabLst>
            </a:pPr>
            <a:r>
              <a:rPr sz="1400" b="1" i="0" u="none" cap="none" spc="0">
                <a:ln>
                  <a:noFill/>
                </a:ln>
                <a:solidFill>
                  <a:schemeClr val="accent5"/>
                </a:solidFill>
                <a:latin typeface="Tenorite"/>
                <a:ea typeface="Tenorite"/>
                <a:cs typeface="Tenorite"/>
              </a:rPr>
              <a:t>Text level 2 – 14pt Tenorite Bold (body subhead)</a:t>
            </a:r>
          </a:p>
          <a:p xmlns:a="http://schemas.openxmlformats.org/drawingml/2006/main">
            <a:pPr marL="0" marR="0" lvl="2" indent="0" algn="l" defTabSz="292608">
              <a:lnSpc>
                <a:spcPct val="75000"/>
              </a:lnSpc>
              <a:spcBef>
                <a:spcPts val="0"/>
              </a:spcBef>
              <a:spcAft>
                <a:spcPts val="600"/>
              </a:spcAft>
              <a:buClr>
                <a:srgbClr val="000000"/>
              </a:buClr>
              <a:buSzTx/>
              <a:buFontTx/>
              <a:buNone/>
              <a:tabLst>
                <a:tab pos="276225" algn="l"/>
                <a:tab pos="584200" algn="l"/>
              </a:tabLst>
            </a:pPr>
            <a:r>
              <a:rPr sz="1200" b="1" i="0" u="none" cap="none" spc="0">
                <a:ln>
                  <a:noFill/>
                </a:ln>
                <a:solidFill>
                  <a:schemeClr val="accent5"/>
                </a:solidFill>
                <a:latin typeface="Tenorite"/>
                <a:ea typeface="Tenorite"/>
                <a:cs typeface="Tenorite"/>
              </a:rPr>
              <a:t>Text level 3 – 12pt Tenorite (body copy bold)</a:t>
            </a:r>
          </a:p>
          <a:p xmlns:a="http://schemas.openxmlformats.org/drawingml/2006/main">
            <a:pPr marL="0" marR="0" lvl="3" indent="-182880" algn="l" defTabSz="292608">
              <a:lnSpc>
                <a:spcPct val="75000"/>
              </a:lnSpc>
              <a:spcBef>
                <a:spcPts val="0"/>
              </a:spcBef>
              <a:spcAft>
                <a:spcPts val="600"/>
              </a:spcAft>
              <a:buClr>
                <a:schemeClr val="accent6"/>
              </a:buClr>
              <a:buSzPct val="100000"/>
              <a:buFont typeface="Arial"/>
              <a:buChar char="•"/>
            </a:pPr>
            <a:r>
              <a:rPr sz="1200" b="0" i="0" u="none" cap="none" spc="0">
                <a:ln>
                  <a:noFill/>
                </a:ln>
                <a:solidFill>
                  <a:schemeClr val="accent5"/>
                </a:solidFill>
                <a:latin typeface="Tenorite"/>
                <a:ea typeface="Tenorite"/>
                <a:cs typeface="Tenorite"/>
              </a:rPr>
              <a:t>Text level 4 – 12pt Tenorite (Bullet 1)</a:t>
            </a:r>
          </a:p>
          <a:p xmlns:a="http://schemas.openxmlformats.org/drawingml/2006/main">
            <a:pPr marL="365760" marR="0" lvl="4" indent="-182880" algn="l" defTabSz="292608">
              <a:lnSpc>
                <a:spcPct val="75000"/>
              </a:lnSpc>
              <a:spcBef>
                <a:spcPts val="0"/>
              </a:spcBef>
              <a:spcAft>
                <a:spcPts val="600"/>
              </a:spcAft>
              <a:buClr>
                <a:srgbClr val="000000"/>
              </a:buClr>
              <a:buSzPct val="100000"/>
              <a:buFont typeface="System Font Regular"/>
              <a:buChar char="‑"/>
              <a:tabLst>
                <a:tab pos="292608" algn="l"/>
                <a:tab pos="585216" algn="l"/>
              </a:tabLst>
            </a:pPr>
            <a:r>
              <a:rPr sz="1200" b="0" i="0" u="none" cap="none" spc="0">
                <a:ln>
                  <a:noFill/>
                </a:ln>
                <a:solidFill>
                  <a:schemeClr val="accent5"/>
                </a:solidFill>
                <a:latin typeface="Tenorite"/>
                <a:ea typeface="Tenorite"/>
                <a:cs typeface="Tenorite"/>
              </a:rPr>
              <a:t>Text level 5 – 12pt Tenorite (Bullet 2)</a:t>
            </a:r>
          </a:p>
          <a:p xmlns:a="http://schemas.openxmlformats.org/drawingml/2006/main">
            <a:pPr marL="548640" marR="0" lvl="5" indent="-182880" algn="l" defTabSz="914400">
              <a:lnSpc>
                <a:spcPct val="75000"/>
              </a:lnSpc>
              <a:spcBef>
                <a:spcPts val="0"/>
              </a:spcBef>
              <a:spcAft>
                <a:spcPts val="600"/>
              </a:spcAft>
              <a:buClr>
                <a:srgbClr val="000000"/>
              </a:buClr>
              <a:buSzPct val="100000"/>
              <a:buFont typeface="System Font Regular"/>
              <a:buChar char="∙"/>
            </a:pPr>
            <a:r>
              <a:rPr sz="1200" b="0" i="1" u="none" cap="none" spc="0">
                <a:ln>
                  <a:noFill/>
                </a:ln>
                <a:solidFill>
                  <a:schemeClr val="accent5"/>
                </a:solidFill>
                <a:latin typeface="Tenorite"/>
                <a:ea typeface="Tenorite"/>
                <a:cs typeface="Tenorite"/>
              </a:rPr>
              <a:t>Text level 6 – 12pt Tenorite (Bullet 3</a:t>
            </a:r>
            <a:r>
              <a:rPr sz="1200" b="0" i="0" u="none" cap="none" spc="0">
                <a:ln>
                  <a:noFill/>
                </a:ln>
                <a:solidFill>
                  <a:schemeClr val="accent5"/>
                </a:solidFill>
                <a:latin typeface="Tenorite"/>
                <a:ea typeface="Tenorite"/>
                <a:cs typeface="Tenorite"/>
              </a:rPr>
              <a:t>)</a:t>
            </a:r>
          </a:p>
          <a:p xmlns:a="http://schemas.openxmlformats.org/drawingml/2006/main">
            <a:pPr marL="0" marR="0" lvl="6" indent="-182880" algn="l" defTabSz="914400">
              <a:lnSpc>
                <a:spcPct val="75000"/>
              </a:lnSpc>
              <a:spcBef>
                <a:spcPts val="0"/>
              </a:spcBef>
              <a:spcAft>
                <a:spcPts val="600"/>
              </a:spcAft>
              <a:buClr>
                <a:srgbClr val="000000"/>
              </a:buClr>
              <a:buSzPct val="100000"/>
              <a:buFont typeface="+mj-lt"/>
              <a:buAutoNum type="arabicPeriod"/>
            </a:pPr>
            <a:r>
              <a:rPr sz="1200" b="0" i="0" u="none" cap="none" spc="0">
                <a:ln>
                  <a:noFill/>
                </a:ln>
                <a:solidFill>
                  <a:schemeClr val="accent5"/>
                </a:solidFill>
                <a:latin typeface="Tenorite"/>
                <a:ea typeface="Tenorite"/>
                <a:cs typeface="Tenorite"/>
              </a:rPr>
              <a:t>Text level 7 – 12pt Tenorite (Number 1)</a:t>
            </a:r>
          </a:p>
          <a:p xmlns:a="http://schemas.openxmlformats.org/drawingml/2006/main">
            <a:pPr marL="365760" marR="0" lvl="6" indent="-182880" algn="l" defTabSz="914400">
              <a:lnSpc>
                <a:spcPct val="75000"/>
              </a:lnSpc>
              <a:spcBef>
                <a:spcPts val="0"/>
              </a:spcBef>
              <a:spcAft>
                <a:spcPts val="600"/>
              </a:spcAft>
              <a:buClr>
                <a:srgbClr val="000000"/>
              </a:buClr>
              <a:buSzPct val="100000"/>
              <a:buFont typeface="+mj-lt"/>
              <a:buAutoNum type="arabicPeriod"/>
            </a:pPr>
            <a:r>
              <a:rPr sz="1200" b="0" i="0" u="none" cap="none" spc="0">
                <a:ln>
                  <a:noFill/>
                </a:ln>
                <a:solidFill>
                  <a:schemeClr val="accent5"/>
                </a:solidFill>
                <a:latin typeface="Tenorite"/>
                <a:ea typeface="Tenorite"/>
                <a:cs typeface="Tenorite"/>
              </a:rPr>
              <a:t>Text level 8 – 12pt Tenorite (Number 2)</a:t>
            </a:r>
          </a:p>
          <a:p xmlns:a="http://schemas.openxmlformats.org/drawingml/2006/main">
            <a:pPr marL="0" marR="0" lvl="6" indent="0" algn="l" defTabSz="914400">
              <a:lnSpc>
                <a:spcPct val="75000"/>
              </a:lnSpc>
              <a:spcBef>
                <a:spcPts val="0"/>
              </a:spcBef>
              <a:spcAft>
                <a:spcPts val="600"/>
              </a:spcAft>
              <a:buClr>
                <a:srgbClr val="000000"/>
              </a:buClr>
              <a:buSzPct val="100000"/>
              <a:buFontTx/>
              <a:buNone/>
            </a:pPr>
            <a:r>
              <a:rPr sz="1800" b="1" i="0" u="none" cap="none" spc="0">
                <a:ln>
                  <a:noFill/>
                </a:ln>
                <a:solidFill>
                  <a:schemeClr val="accent6"/>
                </a:solidFill>
                <a:latin typeface="Tenorite"/>
                <a:ea typeface="Tenorite"/>
                <a:cs typeface="Tenorite"/>
              </a:rPr>
              <a:t>Text level 9 – 18pt Tenorite Bold (Callout)</a:t>
            </a:r>
          </a:p>
          <a:p xmlns:a="http://schemas.openxmlformats.org/drawingml/2006/main">
            <a:pPr marL="0" marR="0" lvl="6" indent="-182880" algn="l" defTabSz="914400">
              <a:lnSpc>
                <a:spcPct val="100000"/>
              </a:lnSpc>
              <a:spcBef>
                <a:spcPts val="0"/>
              </a:spcBef>
              <a:spcAft>
                <a:spcPts val="600"/>
              </a:spcAft>
              <a:buClr>
                <a:srgbClr val="000000"/>
              </a:buClr>
              <a:buSzPct val="100000"/>
              <a:buFont typeface="+mj-lt"/>
              <a:buAutoNum type="arabicPeriod"/>
            </a:pPr>
            <a:endParaRPr sz="1200" b="0" i="0" u="none" kern="1200" cap="none" spc="0" baseline="0">
              <a:ln>
                <a:noFill/>
              </a:ln>
              <a:solidFill>
                <a:schemeClr val="tx2"/>
              </a:solidFill>
              <a:latin typeface="Tenorite"/>
              <a:ea typeface="Tenorite"/>
              <a:cs typeface="Tenorite"/>
            </a:endParaRPr>
          </a:p>
          <a:p xmlns:a="http://schemas.openxmlformats.org/drawingml/2006/main">
            <a:pPr marL="566928" marR="0" lvl="6" indent="-283464" algn="l" defTabSz="914400">
              <a:lnSpc>
                <a:spcPct val="100000"/>
              </a:lnSpc>
              <a:spcBef>
                <a:spcPts val="0"/>
              </a:spcBef>
              <a:spcAft>
                <a:spcPts val="600"/>
              </a:spcAft>
              <a:buClr>
                <a:srgbClr val="000000"/>
              </a:buClr>
              <a:buSzPct val="100000"/>
              <a:buFont typeface="+mj-lt"/>
              <a:buAutoNum type="arabicPeriod"/>
            </a:pPr>
            <a:endParaRPr sz="1200" b="0" i="0" u="none" kern="1200" cap="none" spc="0" baseline="0">
              <a:ln>
                <a:noFill/>
              </a:ln>
              <a:solidFill>
                <a:schemeClr val="tx2"/>
              </a:solidFill>
              <a:latin typeface="Tenorite"/>
              <a:ea typeface="Tenorite"/>
              <a:cs typeface="Tenorite"/>
            </a:endParaRPr>
          </a:p>
          <a:p xmlns:a="http://schemas.openxmlformats.org/drawingml/2006/main">
            <a:pPr marL="283464" marR="0" lvl="2" indent="-283464" algn="l" defTabSz="292608">
              <a:lnSpc>
                <a:spcPct val="100000"/>
              </a:lnSpc>
              <a:spcBef>
                <a:spcPts val="0"/>
              </a:spcBef>
              <a:spcAft>
                <a:spcPts val="600"/>
              </a:spcAft>
              <a:buClr>
                <a:srgbClr val="000000"/>
              </a:buClr>
              <a:buSzTx/>
              <a:buFont typeface="Arial"/>
              <a:buChar char="•"/>
              <a:tabLst>
                <a:tab pos="276225" algn="l"/>
                <a:tab pos="584200" algn="l"/>
              </a:tabLst>
            </a:pPr>
            <a:endParaRPr sz="1400" b="0" i="0" u="none" kern="1200" cap="none" spc="0" baseline="0">
              <a:ln>
                <a:noFill/>
              </a:ln>
              <a:solidFill>
                <a:srgbClr val="FF0000"/>
              </a:solidFill>
              <a:latin typeface="Arial"/>
              <a:ea typeface="Arial"/>
              <a:cs typeface="Arial"/>
            </a:endParaRPr>
          </a:p>
          <a:p xmlns:a="http://schemas.openxmlformats.org/drawingml/2006/main">
            <a:pPr marL="0" indent="-3657600" algn="l">
              <a:spcAft>
                <a:spcPts val="600"/>
              </a:spcAft>
              <a:buNone/>
            </a:pPr>
            <a:endParaRPr sz="1400" b="0" i="0">
              <a:solidFill>
                <a:schemeClr val="tx1"/>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29251D8A-5385-E093-0F35-F58DEA96BF47}"/>
              </a:ext>
            </a:extLst>
          </p:cNvPr>
          <p:cNvSpPr>
            <a:spLocks xmlns:a="http://schemas.openxmlformats.org/drawingml/2006/main" noGrp="1"/>
          </p:cNvSpPr>
          <p:nvPr/>
        </p:nvSpPr>
        <p:spPr>
          <a:xfrm xmlns:a="http://schemas.openxmlformats.org/drawingml/2006/main">
            <a:off x="0" y="-1"/>
            <a:ext cx="9144000" cy="34096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400" b="1">
                <a:solidFill>
                  <a:schemeClr val="accent5"/>
                </a:solidFill>
              </a:rPr>
              <a:t>PLEASE READ THIS INSTRUCTION SLIDE BEFORE USING THE TEMPLATE</a:t>
            </a:r>
          </a:p>
        </p:txBody>
      </p:sp>
      <p:sp>
        <p:nvSpPr>
          <p:cNvPr id="13" name="Arrow: Right 10">
            <a:extLst xmlns:a="http://schemas.openxmlformats.org/drawingml/2006/main">
              <a:ext uri="{FF2B5EF4-FFF2-40B4-BE49-F238E27FC236}">
                <a16:creationId xmlns:a16="http://schemas.microsoft.com/office/drawing/2014/main" id="{C931CF98-89CD-1455-F3FF-68DCFC020AA5}"/>
              </a:ext>
            </a:extLst>
          </p:cNvPr>
          <p:cNvSpPr>
            <a:spLocks xmlns:a="http://schemas.openxmlformats.org/drawingml/2006/main" noGrp="1"/>
          </p:cNvSpPr>
          <p:nvPr/>
        </p:nvSpPr>
        <p:spPr>
          <a:xfrm xmlns:a="http://schemas.openxmlformats.org/drawingml/2006/main" rot="16200000" flipH="0" flipV="0">
            <a:off x="4846541" y="1818227"/>
            <a:ext cx="372006" cy="415926"/>
          </a:xfrm>
          <a:prstGeom xmlns:a="http://schemas.openxmlformats.org/drawingml/2006/main" prst="rightArrow">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307901C2-7263-434B-BB29-A9C39BB4172C}"/>
              </a:ext>
            </a:extLst>
          </p:cNvPr>
          <p:cNvSpPr>
            <a:spLocks xmlns:a="http://schemas.openxmlformats.org/drawingml/2006/main" noGrp="1"/>
          </p:cNvSpPr>
          <p:nvPr/>
        </p:nvSpPr>
        <p:spPr>
          <a:xfrm xmlns:a="http://schemas.openxmlformats.org/drawingml/2006/main" rot="0" flipH="0" flipV="0">
            <a:off x="4571999" y="2192551"/>
            <a:ext cx="1245701" cy="800219"/>
          </a:xfrm>
          <a:prstGeom xmlns:a="http://schemas.openxmlformats.org/drawingml/2006/main" prst="rect">
            <a:avLst/>
          </a:prstGeom>
          <a:solidFill xmlns:a="http://schemas.openxmlformats.org/drawingml/2006/main">
            <a:schemeClr val="accent5"/>
          </a:solidFill>
          <a:ln xmlns:a="http://schemas.openxmlformats.org/drawingml/2006/main">
            <a:noFill/>
          </a:ln>
        </p:spPr>
        <p:txBody>
          <a:bodyPr xmlns:a="http://schemas.openxmlformats.org/drawingml/2006/main" wrap="square" lIns="91440" tIns="91440" rIns="91440" bIns="91440">
            <a:spAutoFit/>
          </a:bodyPr>
          <a:lstStyle xmlns:a="http://schemas.openxmlformats.org/drawingml/2006/main"/>
          <a:p xmlns:a="http://schemas.openxmlformats.org/drawingml/2006/main">
            <a:pPr algn="ctr">
              <a:buNone/>
            </a:pPr>
            <a:r>
              <a:rPr sz="800" b="1">
                <a:solidFill>
                  <a:srgbClr val="FFFFFF"/>
                </a:solidFill>
                <a:latin typeface="Arial"/>
                <a:ea typeface="Arial"/>
                <a:cs typeface="Arial"/>
              </a:rPr>
              <a:t>USE THESE BUTTONS</a:t>
            </a:r>
          </a:p>
          <a:p xmlns:a="http://schemas.openxmlformats.org/drawingml/2006/main">
            <a:pPr algn="ctr">
              <a:buNone/>
            </a:pPr>
            <a:r>
              <a:rPr sz="800" b="1">
                <a:solidFill>
                  <a:srgbClr val="FFFFFF"/>
                </a:solidFill>
                <a:latin typeface="Arial"/>
                <a:ea typeface="Arial"/>
                <a:cs typeface="Arial"/>
              </a:rPr>
              <a:t>To rotate through </a:t>
            </a:r>
            <a:br/>
            <a:r>
              <a:rPr sz="800" b="1">
                <a:solidFill>
                  <a:srgbClr val="FFFFFF"/>
                </a:solidFill>
                <a:latin typeface="Arial"/>
                <a:ea typeface="Arial"/>
                <a:cs typeface="Arial"/>
              </a:rPr>
              <a:t>preloaded </a:t>
            </a:r>
            <a:br/>
            <a:r>
              <a:rPr sz="800" b="1">
                <a:solidFill>
                  <a:srgbClr val="FFFFFF"/>
                </a:solidFill>
                <a:latin typeface="Arial"/>
                <a:ea typeface="Arial"/>
                <a:cs typeface="Arial"/>
              </a:rPr>
              <a:t>approved styles</a:t>
            </a:r>
          </a:p>
        </p:txBody>
      </p:sp>
      <p:sp>
        <p:nvSpPr>
          <p:cNvPr id="10" name="TextBox 9">
            <a:extLst xmlns:a="http://schemas.openxmlformats.org/drawingml/2006/main">
              <a:ext uri="{FF2B5EF4-FFF2-40B4-BE49-F238E27FC236}">
                <a16:creationId xmlns:a16="http://schemas.microsoft.com/office/drawing/2014/main" id="{9B9E8185-BFA8-6EAB-47A9-691FA20E00DB}"/>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32" name="Picture 10"/>
          <p:cNvPicPr>
            <a:picLocks xmlns:a="http://schemas.openxmlformats.org/drawingml/2006/main" noChangeAspect="1"/>
          </p:cNvPicPr>
          <p:nvPr/>
        </p:nvPicPr>
        <p:blipFill>
          <a:blip xmlns:r="http://schemas.openxmlformats.org/officeDocument/2006/relationships" xmlns:a="http://schemas.openxmlformats.org/drawingml/2006/main" r:embed="R1e72dcca69ce4987">
            <a:extLst>
              <a:ext uri="{96DAC541-7B7A-43D3-8B79-37D633B846F1}">
                <asvg:svgBlip xmlns:asvg="http://schemas.microsoft.com/office/drawing/2016/SVG/main" r:embed="R46330fa1f28e4233"/>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38.xml><?xml version="1.0" encoding="utf-8"?>
<p:sldLayout xmlns:p="http://schemas.openxmlformats.org/presentationml/2006/main" preserve="1" userDrawn="1">
  <p:cSld name="Instructions: Gri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lvl1pPr>
              <a:buNone/>
              <a:defRPr b="0" i="0">
                <a:latin typeface="Tenorite"/>
                <a:ea typeface="Tenorite"/>
                <a:cs typeface="Tenorite"/>
              </a:defRPr>
            </a:lvl1pPr>
          </a:lstStyle>
          <a:p xmlns:a="http://schemas.openxmlformats.org/drawingml/2006/main">
            <a:r>
              <a:t>Member FINRA/SIPC</a:t>
            </a:r>
            <a:endParaRPr/>
          </a:p>
        </p:txBody>
      </p:sp>
      <p:sp>
        <p:nvSpPr>
          <p:cNvPr id="14" name="Content Placeholder 4">
            <a:extLst xmlns:a="http://schemas.openxmlformats.org/drawingml/2006/main">
              <a:ext uri="{FF2B5EF4-FFF2-40B4-BE49-F238E27FC236}">
                <a16:creationId xmlns:a16="http://schemas.microsoft.com/office/drawing/2014/main" id="{E45A4B69-E33B-A1CC-058C-CAB03706A601}"/>
              </a:ext>
            </a:extLst>
          </p:cNvPr>
          <p:cNvSpPr>
            <a:spLocks xmlns:a="http://schemas.openxmlformats.org/drawingml/2006/main" noGrp="1"/>
          </p:cNvSpPr>
          <p:nvPr/>
        </p:nvSpPr>
        <p:spPr>
          <a:xfrm xmlns:a="http://schemas.openxmlformats.org/drawingml/2006/main">
            <a:off x="6124574" y="1259065"/>
            <a:ext cx="2559049" cy="3439935"/>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1400" b="1" i="0">
                <a:solidFill>
                  <a:schemeClr val="accent5"/>
                </a:solidFill>
                <a:latin typeface="Tenorite"/>
                <a:ea typeface="Tenorite"/>
                <a:cs typeface="Tenorite"/>
              </a:rPr>
              <a:t>Grid system</a:t>
            </a:r>
          </a:p>
          <a:p xmlns:a="http://schemas.openxmlformats.org/drawingml/2006/main">
            <a:r>
              <a:rPr sz="950" b="0" i="0">
                <a:solidFill>
                  <a:schemeClr val="accent5"/>
                </a:solidFill>
                <a:latin typeface="Tenorite"/>
                <a:ea typeface="Tenorite"/>
                <a:cs typeface="Tenorite"/>
              </a:rPr>
              <a:t>A grid system is established for your use. When adding your own text boxes or imagery be sure to build to the grid and align your elements accordingly. You can view guides in a PPT document by following the steps below:</a:t>
            </a:r>
          </a:p>
          <a:p xmlns:a="http://schemas.openxmlformats.org/drawingml/2006/main">
            <a:pPr marL="228600" indent="-228600">
              <a:buFont typeface="+mj-lt"/>
              <a:buAutoNum type="arabicPeriod"/>
            </a:pPr>
            <a:r>
              <a:rPr sz="950" b="0" i="0">
                <a:solidFill>
                  <a:schemeClr val="accent5"/>
                </a:solidFill>
                <a:latin typeface="Tenorite"/>
                <a:ea typeface="Tenorite"/>
                <a:cs typeface="Tenorite"/>
              </a:rPr>
              <a:t>At the top of the screen, go to the PowerPoint “View” tab.</a:t>
            </a:r>
          </a:p>
          <a:p xmlns:a="http://schemas.openxmlformats.org/drawingml/2006/main">
            <a:pPr marL="228600" indent="-228600">
              <a:buFont typeface="+mj-lt"/>
              <a:buAutoNum type="arabicPeriod"/>
            </a:pPr>
            <a:r>
              <a:rPr sz="950" b="0" i="0">
                <a:solidFill>
                  <a:schemeClr val="accent5"/>
                </a:solidFill>
                <a:latin typeface="Tenorite"/>
                <a:ea typeface="Tenorite"/>
                <a:cs typeface="Tenorite"/>
              </a:rPr>
              <a:t>Check the box for “Guides” to turn guides </a:t>
            </a:r>
            <a:br/>
            <a:r>
              <a:rPr sz="950" b="0" i="0">
                <a:solidFill>
                  <a:schemeClr val="accent5"/>
                </a:solidFill>
                <a:latin typeface="Tenorite"/>
                <a:ea typeface="Tenorite"/>
                <a:cs typeface="Tenorite"/>
              </a:rPr>
              <a:t>on and off.</a:t>
            </a:r>
          </a:p>
          <a:p xmlns:a="http://schemas.openxmlformats.org/drawingml/2006/main">
            <a:pPr marL="228600" indent="-228600">
              <a:buFont typeface="+mj-lt"/>
              <a:buAutoNum type="arabicPeriod"/>
            </a:pPr>
            <a:r>
              <a:rPr sz="950" b="0" i="0">
                <a:solidFill>
                  <a:schemeClr val="accent5"/>
                </a:solidFill>
                <a:latin typeface="Tenorite"/>
                <a:ea typeface="Tenorite"/>
                <a:cs typeface="Tenorite"/>
              </a:rPr>
              <a:t>Delete this Instructions page when content </a:t>
            </a:r>
            <a:br/>
            <a:r>
              <a:rPr sz="950" b="0" i="0">
                <a:solidFill>
                  <a:schemeClr val="accent5"/>
                </a:solidFill>
                <a:latin typeface="Tenorite"/>
                <a:ea typeface="Tenorite"/>
                <a:cs typeface="Tenorite"/>
              </a:rPr>
              <a:t>layout is complete.</a:t>
            </a:r>
          </a:p>
          <a:p xmlns:a="http://schemas.openxmlformats.org/drawingml/2006/main">
            <a:endParaRPr sz="950">
              <a:solidFill>
                <a:schemeClr val="accent5"/>
              </a:solidFill>
            </a:endParaRPr>
          </a:p>
        </p:txBody>
      </p:sp>
      <p:sp>
        <p:nvSpPr>
          <p:cNvPr id="18" name="TextBox 17">
            <a:extLst xmlns:a="http://schemas.openxmlformats.org/drawingml/2006/main">
              <a:ext uri="{FF2B5EF4-FFF2-40B4-BE49-F238E27FC236}">
                <a16:creationId xmlns:a16="http://schemas.microsoft.com/office/drawing/2014/main" id="{55FE506B-E1A3-89C9-F34D-360F5B5A4BD9}"/>
              </a:ext>
            </a:extLst>
          </p:cNvPr>
          <p:cNvSpPr>
            <a:spLocks xmlns:a="http://schemas.openxmlformats.org/drawingml/2006/main" noGrp="1"/>
          </p:cNvSpPr>
          <p:nvPr/>
        </p:nvSpPr>
        <p:spPr>
          <a:xfrm xmlns:a="http://schemas.openxmlformats.org/drawingml/2006/main">
            <a:off x="466724" y="755231"/>
            <a:ext cx="6501235" cy="338554"/>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p xmlns:a="http://schemas.openxmlformats.org/drawingml/2006/main">
            <a:pPr marL="0" indent="-3657600" algn="l">
              <a:spcAft>
                <a:spcPts val="0"/>
              </a:spcAft>
              <a:buNone/>
            </a:pPr>
            <a:r>
              <a:rPr sz="2200" b="0" i="0" u="none" cap="none" spc="0">
                <a:ln>
                  <a:noFill/>
                </a:ln>
                <a:solidFill>
                  <a:schemeClr val="accent6"/>
                </a:solidFill>
                <a:latin typeface="Georgia"/>
                <a:ea typeface="Georgia"/>
                <a:cs typeface="Georgia"/>
              </a:rPr>
              <a:t>Instructions: Grid System</a:t>
            </a:r>
            <a:endParaRPr sz="2200" b="0" i="0">
              <a:solidFill>
                <a:schemeClr val="accent6"/>
              </a:solidFill>
              <a:latin typeface="Georgia"/>
              <a:ea typeface="Georgia"/>
              <a:cs typeface="Georgia"/>
            </a:endParaRPr>
          </a:p>
        </p:txBody>
      </p:sp>
      <p:pic>
        <p:nvPicPr>
          <p:cNvPr id="24" name="Picture 8"/>
          <p:cNvPicPr>
            <a:picLocks xmlns:a="http://schemas.openxmlformats.org/drawingml/2006/main" noChangeAspect="1"/>
          </p:cNvPicPr>
          <p:nvPr/>
        </p:nvPicPr>
        <p:blipFill>
          <a:blip xmlns:r="http://schemas.openxmlformats.org/officeDocument/2006/relationships" xmlns:a="http://schemas.openxmlformats.org/drawingml/2006/main" r:embed="Red9c16d33fa24401"/>
          <a:srcRect xmlns:a="http://schemas.openxmlformats.org/drawingml/2006/main" l="0" t="0" r="0" b="0"/>
          <a:stretch xmlns:a="http://schemas.openxmlformats.org/drawingml/2006/main"/>
        </p:blipFill>
        <p:spPr>
          <a:xfrm xmlns:a="http://schemas.openxmlformats.org/drawingml/2006/main">
            <a:off x="474604" y="1263286"/>
            <a:ext cx="5374236" cy="3014245"/>
          </a:xfrm>
          <a:prstGeom xmlns:a="http://schemas.openxmlformats.org/drawingml/2006/main" prst="rect">
            <a:avLst/>
          </a:prstGeom>
          <a:ln xmlns:a="http://schemas.openxmlformats.org/drawingml/2006/main">
            <a:solidFill>
              <a:schemeClr val="tx2"/>
            </a:solidFill>
          </a:ln>
        </p:spPr>
      </p:pic>
      <p:sp>
        <p:nvSpPr>
          <p:cNvPr id="3" name="Rectangle 2">
            <a:extLst xmlns:a="http://schemas.openxmlformats.org/drawingml/2006/main">
              <a:ext uri="{FF2B5EF4-FFF2-40B4-BE49-F238E27FC236}">
                <a16:creationId xmlns:a16="http://schemas.microsoft.com/office/drawing/2014/main" id="{EE611FDB-7497-1C2C-3EC4-C71F7F26C75B}"/>
              </a:ext>
            </a:extLst>
          </p:cNvPr>
          <p:cNvSpPr>
            <a:spLocks xmlns:a="http://schemas.openxmlformats.org/drawingml/2006/main" noGrp="1"/>
          </p:cNvSpPr>
          <p:nvPr/>
        </p:nvSpPr>
        <p:spPr>
          <a:xfrm xmlns:a="http://schemas.openxmlformats.org/drawingml/2006/main">
            <a:off x="0" y="-1"/>
            <a:ext cx="9144000" cy="34096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400" b="1">
                <a:solidFill>
                  <a:schemeClr val="accent5"/>
                </a:solidFill>
              </a:rPr>
              <a:t>PLEASE READ THIS INSTRUCTION SLIDE BEFORE USING THE TEMPLATE</a:t>
            </a:r>
          </a:p>
        </p:txBody>
      </p:sp>
      <p:sp>
        <p:nvSpPr>
          <p:cNvPr id="5" name="TextBox 4">
            <a:extLst xmlns:a="http://schemas.openxmlformats.org/drawingml/2006/main">
              <a:ext uri="{FF2B5EF4-FFF2-40B4-BE49-F238E27FC236}">
                <a16:creationId xmlns:a16="http://schemas.microsoft.com/office/drawing/2014/main" id="{4036DE4B-CB5B-FB88-69AD-68E052BC23A9}"/>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27" name="Picture 10"/>
          <p:cNvPicPr>
            <a:picLocks xmlns:a="http://schemas.openxmlformats.org/drawingml/2006/main" noChangeAspect="1"/>
          </p:cNvPicPr>
          <p:nvPr/>
        </p:nvPicPr>
        <p:blipFill>
          <a:blip xmlns:r="http://schemas.openxmlformats.org/officeDocument/2006/relationships" xmlns:a="http://schemas.openxmlformats.org/drawingml/2006/main" r:embed="Ra8f888f21d6049fb">
            <a:extLst>
              <a:ext uri="{96DAC541-7B7A-43D3-8B79-37D633B846F1}">
                <asvg:svgBlip xmlns:asvg="http://schemas.microsoft.com/office/drawing/2016/SVG/main" r:embed="Rd5e91c5b437b4655"/>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39.xml><?xml version="1.0" encoding="utf-8"?>
<p:sldLayout xmlns:p="http://schemas.openxmlformats.org/presentationml/2006/main" preserve="1" userDrawn="1">
  <p:cSld name="Instructions: Footer">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lvl1pPr>
              <a:buNone/>
              <a:defRPr b="0" i="0">
                <a:latin typeface="Tenorite"/>
                <a:ea typeface="Tenorite"/>
                <a:cs typeface="Tenorite"/>
              </a:defRPr>
            </a:lvl1pPr>
          </a:lstStyle>
          <a:p xmlns:a="http://schemas.openxmlformats.org/drawingml/2006/main">
            <a:r>
              <a:t>Member FINRA/SIPC</a:t>
            </a:r>
            <a:endParaRPr/>
          </a:p>
        </p:txBody>
      </p:sp>
      <p:sp>
        <p:nvSpPr>
          <p:cNvPr id="14" name="Content Placeholder 4">
            <a:extLst xmlns:a="http://schemas.openxmlformats.org/drawingml/2006/main">
              <a:ext uri="{FF2B5EF4-FFF2-40B4-BE49-F238E27FC236}">
                <a16:creationId xmlns:a16="http://schemas.microsoft.com/office/drawing/2014/main" id="{E45A4B69-E33B-A1CC-058C-CAB03706A601}"/>
              </a:ext>
            </a:extLst>
          </p:cNvPr>
          <p:cNvSpPr>
            <a:spLocks xmlns:a="http://schemas.openxmlformats.org/drawingml/2006/main" noGrp="1"/>
          </p:cNvSpPr>
          <p:nvPr/>
        </p:nvSpPr>
        <p:spPr>
          <a:xfrm xmlns:a="http://schemas.openxmlformats.org/drawingml/2006/main">
            <a:off x="6124574" y="1259065"/>
            <a:ext cx="2559049" cy="3439935"/>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1400" b="1" i="0">
                <a:solidFill>
                  <a:schemeClr val="accent5"/>
                </a:solidFill>
                <a:latin typeface="Tenorite"/>
                <a:ea typeface="Tenorite"/>
                <a:cs typeface="Tenorite"/>
              </a:rPr>
              <a:t>Altering Footer text</a:t>
            </a:r>
          </a:p>
          <a:p xmlns:a="http://schemas.openxmlformats.org/drawingml/2006/main">
            <a:r>
              <a:rPr sz="950" b="0" i="0">
                <a:solidFill>
                  <a:schemeClr val="accent5"/>
                </a:solidFill>
                <a:latin typeface="Tenorite"/>
                <a:ea typeface="Tenorite"/>
                <a:cs typeface="Tenorite"/>
              </a:rPr>
              <a:t>The footer text can be altered individually on each page by typing directly into the text box, or the same text can be added to all pages with the instructions listed below. </a:t>
            </a:r>
          </a:p>
          <a:p xmlns:a="http://schemas.openxmlformats.org/drawingml/2006/main">
            <a:pPr marL="228600" indent="-228600">
              <a:buFont typeface="+mj-lt"/>
              <a:buAutoNum type="arabicPeriod"/>
            </a:pPr>
            <a:r>
              <a:rPr sz="950" b="0" i="0">
                <a:solidFill>
                  <a:schemeClr val="accent5"/>
                </a:solidFill>
                <a:latin typeface="Tenorite"/>
                <a:ea typeface="Tenorite"/>
                <a:cs typeface="Tenorite"/>
              </a:rPr>
              <a:t>In the PowerPoint menu, go to “Insert” and choose “Header and Footer”</a:t>
            </a:r>
          </a:p>
          <a:p xmlns:a="http://schemas.openxmlformats.org/drawingml/2006/main">
            <a:pPr marL="228600" indent="-228600">
              <a:buFont typeface="+mj-lt"/>
              <a:buAutoNum type="arabicPeriod"/>
            </a:pPr>
            <a:r>
              <a:rPr sz="950" b="0" i="0">
                <a:solidFill>
                  <a:schemeClr val="accent5"/>
                </a:solidFill>
                <a:latin typeface="Tenorite"/>
                <a:ea typeface="Tenorite"/>
                <a:cs typeface="Tenorite"/>
              </a:rPr>
              <a:t>The "Header and Footer' dialog box will appear.</a:t>
            </a:r>
          </a:p>
          <a:p xmlns:a="http://schemas.openxmlformats.org/drawingml/2006/main">
            <a:pPr marL="228600" indent="-228600">
              <a:buFont typeface="+mj-lt"/>
              <a:buAutoNum type="arabicPeriod"/>
            </a:pPr>
            <a:r>
              <a:rPr sz="950" b="0" i="0">
                <a:solidFill>
                  <a:schemeClr val="accent5"/>
                </a:solidFill>
                <a:latin typeface="Tenorite"/>
                <a:ea typeface="Tenorite"/>
                <a:cs typeface="Tenorite"/>
              </a:rPr>
              <a:t>At the bottom of the dialog box below “Footer” where it says “Member FINRA/SIPC,” type in your desired footer text. Select “Apply to All.”</a:t>
            </a:r>
          </a:p>
          <a:p xmlns:a="http://schemas.openxmlformats.org/drawingml/2006/main">
            <a:endParaRPr sz="950">
              <a:solidFill>
                <a:schemeClr val="accent5"/>
              </a:solidFill>
            </a:endParaRPr>
          </a:p>
        </p:txBody>
      </p:sp>
      <p:sp>
        <p:nvSpPr>
          <p:cNvPr id="18" name="TextBox 17">
            <a:extLst xmlns:a="http://schemas.openxmlformats.org/drawingml/2006/main">
              <a:ext uri="{FF2B5EF4-FFF2-40B4-BE49-F238E27FC236}">
                <a16:creationId xmlns:a16="http://schemas.microsoft.com/office/drawing/2014/main" id="{55FE506B-E1A3-89C9-F34D-360F5B5A4BD9}"/>
              </a:ext>
            </a:extLst>
          </p:cNvPr>
          <p:cNvSpPr>
            <a:spLocks xmlns:a="http://schemas.openxmlformats.org/drawingml/2006/main" noGrp="1"/>
          </p:cNvSpPr>
          <p:nvPr/>
        </p:nvSpPr>
        <p:spPr>
          <a:xfrm xmlns:a="http://schemas.openxmlformats.org/drawingml/2006/main">
            <a:off x="466724" y="755231"/>
            <a:ext cx="6501235" cy="338554"/>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p xmlns:a="http://schemas.openxmlformats.org/drawingml/2006/main">
            <a:pPr marL="0" indent="-3657600" algn="l">
              <a:spcAft>
                <a:spcPts val="0"/>
              </a:spcAft>
              <a:buNone/>
            </a:pPr>
            <a:r>
              <a:rPr sz="2200" b="0" i="0" u="none" cap="none" spc="0">
                <a:ln>
                  <a:noFill/>
                </a:ln>
                <a:solidFill>
                  <a:schemeClr val="accent6"/>
                </a:solidFill>
                <a:latin typeface="Georgia"/>
                <a:ea typeface="Georgia"/>
                <a:cs typeface="Georgia"/>
              </a:rPr>
              <a:t>Instructions: Updating the footer</a:t>
            </a:r>
            <a:endParaRPr sz="2200" b="0" i="0">
              <a:solidFill>
                <a:schemeClr val="accent6"/>
              </a:solidFill>
              <a:latin typeface="Georgia"/>
              <a:ea typeface="Georgia"/>
              <a:cs typeface="Georgia"/>
            </a:endParaRPr>
          </a:p>
        </p:txBody>
      </p:sp>
      <p:pic>
        <p:nvPicPr>
          <p:cNvPr id="25" name="Picture 8"/>
          <p:cNvPicPr>
            <a:picLocks xmlns:a="http://schemas.openxmlformats.org/drawingml/2006/main" noChangeAspect="1"/>
          </p:cNvPicPr>
          <p:nvPr/>
        </p:nvPicPr>
        <p:blipFill rotWithShape="1">
          <a:blip xmlns:r="http://schemas.openxmlformats.org/officeDocument/2006/relationships" xmlns:a="http://schemas.openxmlformats.org/drawingml/2006/main" r:embed="R3901d0c20b604cf8"/>
          <a:srcRect xmlns:a="http://schemas.openxmlformats.org/drawingml/2006/main" l="0" t="0" r="0" b="-311751"/>
          <a:stretch xmlns:a="http://schemas.openxmlformats.org/drawingml/2006/main"/>
        </p:blipFill>
        <p:spPr>
          <a:xfrm xmlns:a="http://schemas.openxmlformats.org/drawingml/2006/main">
            <a:off x="474604" y="1259064"/>
            <a:ext cx="5374236" cy="3439935"/>
          </a:xfrm>
          <a:prstGeom xmlns:a="http://schemas.openxmlformats.org/drawingml/2006/main" prst="rect">
            <a:avLst/>
          </a:prstGeom>
          <a:ln xmlns:a="http://schemas.openxmlformats.org/drawingml/2006/main">
            <a:solidFill>
              <a:schemeClr val="tx2"/>
            </a:solidFill>
          </a:ln>
        </p:spPr>
      </p:pic>
      <p:sp>
        <p:nvSpPr>
          <p:cNvPr id="3" name="Rectangle 2">
            <a:extLst xmlns:a="http://schemas.openxmlformats.org/drawingml/2006/main">
              <a:ext uri="{FF2B5EF4-FFF2-40B4-BE49-F238E27FC236}">
                <a16:creationId xmlns:a16="http://schemas.microsoft.com/office/drawing/2014/main" id="{EE611FDB-7497-1C2C-3EC4-C71F7F26C75B}"/>
              </a:ext>
            </a:extLst>
          </p:cNvPr>
          <p:cNvSpPr>
            <a:spLocks xmlns:a="http://schemas.openxmlformats.org/drawingml/2006/main" noGrp="1"/>
          </p:cNvSpPr>
          <p:nvPr/>
        </p:nvSpPr>
        <p:spPr>
          <a:xfrm xmlns:a="http://schemas.openxmlformats.org/drawingml/2006/main">
            <a:off x="0" y="-1"/>
            <a:ext cx="9144000" cy="34096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400" b="1">
                <a:solidFill>
                  <a:schemeClr val="accent5"/>
                </a:solidFill>
              </a:rPr>
              <a:t>PLEASE READ THIS INSTRUCTION SLIDE BEFORE USING THE TEMPLATE</a:t>
            </a:r>
          </a:p>
        </p:txBody>
      </p:sp>
      <p:sp>
        <p:nvSpPr>
          <p:cNvPr id="8" name="Oval 7">
            <a:extLst xmlns:a="http://schemas.openxmlformats.org/drawingml/2006/main">
              <a:ext uri="{FF2B5EF4-FFF2-40B4-BE49-F238E27FC236}">
                <a16:creationId xmlns:a16="http://schemas.microsoft.com/office/drawing/2014/main" id="{AC558BA5-E832-94E5-8F67-407DC8A4D54A}"/>
              </a:ext>
            </a:extLst>
          </p:cNvPr>
          <p:cNvSpPr>
            <a:spLocks xmlns:a="http://schemas.openxmlformats.org/drawingml/2006/main" noGrp="1"/>
          </p:cNvSpPr>
          <p:nvPr/>
        </p:nvSpPr>
        <p:spPr>
          <a:xfrm xmlns:a="http://schemas.openxmlformats.org/drawingml/2006/main">
            <a:off x="712836" y="1197323"/>
            <a:ext cx="798464" cy="382824"/>
          </a:xfrm>
          <a:prstGeom xmlns:a="http://schemas.openxmlformats.org/drawingml/2006/main" prst="ellipse">
            <a:avLst/>
          </a:prstGeom>
          <a:noFill xmlns:a="http://schemas.openxmlformats.org/drawingml/2006/main"/>
          <a:ln xmlns:a="http://schemas.openxmlformats.org/drawingml/2006/main" w="38100">
            <a:solidFill>
              <a:srgbClr val="C00000"/>
            </a:solidFill>
          </a:ln>
        </p:spPr>
        <p:txBody>
          <a:bodyPr xmlns:a="http://schemas.openxmlformats.org/drawingml/2006/main" wrap="none" anchor="ctr"/>
          <a:lstStyle xmlns:a="http://schemas.openxmlformats.org/drawingml/2006/main"/>
          <a:p xmlns:a="http://schemas.openxmlformats.org/drawingml/2006/main">
            <a:pPr algn="ctr">
              <a:buNone/>
            </a:pPr>
            <a:endParaRPr b="0" i="0">
              <a:latin typeface="Arial"/>
              <a:ea typeface="Arial"/>
              <a:cs typeface="Arial"/>
            </a:endParaRPr>
          </a:p>
        </p:txBody>
      </p:sp>
      <p:sp>
        <p:nvSpPr>
          <p:cNvPr id="10" name="Oval 9">
            <a:extLst xmlns:a="http://schemas.openxmlformats.org/drawingml/2006/main">
              <a:ext uri="{FF2B5EF4-FFF2-40B4-BE49-F238E27FC236}">
                <a16:creationId xmlns:a16="http://schemas.microsoft.com/office/drawing/2014/main" id="{C0031578-C1DF-22E1-1B01-84D26D3DF50D}"/>
              </a:ext>
            </a:extLst>
          </p:cNvPr>
          <p:cNvSpPr>
            <a:spLocks xmlns:a="http://schemas.openxmlformats.org/drawingml/2006/main" noGrp="1"/>
          </p:cNvSpPr>
          <p:nvPr/>
        </p:nvSpPr>
        <p:spPr>
          <a:xfrm xmlns:a="http://schemas.openxmlformats.org/drawingml/2006/main">
            <a:off x="3906253" y="1462018"/>
            <a:ext cx="569494" cy="667415"/>
          </a:xfrm>
          <a:prstGeom xmlns:a="http://schemas.openxmlformats.org/drawingml/2006/main" prst="ellipse">
            <a:avLst/>
          </a:prstGeom>
          <a:noFill xmlns:a="http://schemas.openxmlformats.org/drawingml/2006/main"/>
          <a:ln xmlns:a="http://schemas.openxmlformats.org/drawingml/2006/main" w="38100">
            <a:solidFill>
              <a:srgbClr val="C00000"/>
            </a:solidFill>
          </a:ln>
        </p:spPr>
        <p:txBody>
          <a:bodyPr xmlns:a="http://schemas.openxmlformats.org/drawingml/2006/main" wrap="none" anchor="ctr"/>
          <a:lstStyle xmlns:a="http://schemas.openxmlformats.org/drawingml/2006/main"/>
          <a:p xmlns:a="http://schemas.openxmlformats.org/drawingml/2006/main">
            <a:pPr algn="ctr">
              <a:buNone/>
            </a:pPr>
            <a:endParaRPr b="0" i="0">
              <a:latin typeface="Arial"/>
              <a:ea typeface="Arial"/>
              <a:cs typeface="Arial"/>
            </a:endParaRPr>
          </a:p>
        </p:txBody>
      </p:sp>
      <p:sp>
        <p:nvSpPr>
          <p:cNvPr id="5" name="TextBox 4">
            <a:extLst xmlns:a="http://schemas.openxmlformats.org/drawingml/2006/main">
              <a:ext uri="{FF2B5EF4-FFF2-40B4-BE49-F238E27FC236}">
                <a16:creationId xmlns:a16="http://schemas.microsoft.com/office/drawing/2014/main" id="{E70F5C57-19DB-585D-A7A7-B953B6F830AC}"/>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30"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19efd40fa4a34e38"/>
          <a:srcRect xmlns:a="http://schemas.openxmlformats.org/drawingml/2006/main" l="0" t="0" r="0" b="0"/>
          <a:stretch xmlns:a="http://schemas.openxmlformats.org/drawingml/2006/main"/>
        </p:blipFill>
        <p:spPr>
          <a:xfrm xmlns:a="http://schemas.openxmlformats.org/drawingml/2006/main">
            <a:off x="3190352" y="2200802"/>
            <a:ext cx="1718268" cy="2421471"/>
          </a:xfrm>
          <a:prstGeom xmlns:a="http://schemas.openxmlformats.org/drawingml/2006/main" prst="rect">
            <a:avLst/>
          </a:prstGeom>
          <a:ln xmlns:a="http://schemas.openxmlformats.org/drawingml/2006/main">
            <a:solidFill>
              <a:schemeClr val="tx2"/>
            </a:solidFill>
          </a:ln>
        </p:spPr>
      </p:pic>
      <p:pic>
        <p:nvPicPr>
          <p:cNvPr id="31" name="Picture 10"/>
          <p:cNvPicPr>
            <a:picLocks xmlns:a="http://schemas.openxmlformats.org/drawingml/2006/main" noChangeAspect="1"/>
          </p:cNvPicPr>
          <p:nvPr/>
        </p:nvPicPr>
        <p:blipFill>
          <a:blip xmlns:r="http://schemas.openxmlformats.org/officeDocument/2006/relationships" xmlns:a="http://schemas.openxmlformats.org/drawingml/2006/main" r:embed="R9cc782f845db4007">
            <a:extLst>
              <a:ext uri="{96DAC541-7B7A-43D3-8B79-37D633B846F1}">
                <asvg:svgBlip xmlns:asvg="http://schemas.microsoft.com/office/drawing/2016/SVG/main" r:embed="Rb5c3f1c661de4582"/>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40.xml><?xml version="1.0" encoding="utf-8"?>
<p:sldLayout xmlns:p="http://schemas.openxmlformats.org/presentationml/2006/main" preserve="1" userDrawn="1">
  <p:cSld name="Instructions: Conversion Misuse">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lvl1pPr>
              <a:buNone/>
              <a:defRPr b="0" i="0">
                <a:latin typeface="Tenorite"/>
                <a:ea typeface="Tenorite"/>
                <a:cs typeface="Tenorite"/>
              </a:defRPr>
            </a:lvl1pPr>
          </a:lstStyle>
          <a:p xmlns:a="http://schemas.openxmlformats.org/drawingml/2006/main">
            <a:r>
              <a:t>Member FINRA/SIPC</a:t>
            </a:r>
            <a:endParaRPr/>
          </a:p>
        </p:txBody>
      </p:sp>
      <p:sp>
        <p:nvSpPr>
          <p:cNvPr id="18" name="TextBox 17">
            <a:extLst xmlns:a="http://schemas.openxmlformats.org/drawingml/2006/main">
              <a:ext uri="{FF2B5EF4-FFF2-40B4-BE49-F238E27FC236}">
                <a16:creationId xmlns:a16="http://schemas.microsoft.com/office/drawing/2014/main" id="{55FE506B-E1A3-89C9-F34D-360F5B5A4BD9}"/>
              </a:ext>
            </a:extLst>
          </p:cNvPr>
          <p:cNvSpPr>
            <a:spLocks xmlns:a="http://schemas.openxmlformats.org/drawingml/2006/main" noGrp="1"/>
          </p:cNvSpPr>
          <p:nvPr/>
        </p:nvSpPr>
        <p:spPr>
          <a:xfrm xmlns:a="http://schemas.openxmlformats.org/drawingml/2006/main">
            <a:off x="466724" y="755231"/>
            <a:ext cx="8216900" cy="338554"/>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p xmlns:a="http://schemas.openxmlformats.org/drawingml/2006/main">
            <a:pPr marL="0" marR="0" lvl="0" indent="-3657600" algn="l" defTabSz="457200">
              <a:lnSpc>
                <a:spcPct val="100000"/>
              </a:lnSpc>
              <a:spcBef>
                <a:spcPct val="0"/>
              </a:spcBef>
              <a:spcAft>
                <a:spcPts val="0"/>
              </a:spcAft>
              <a:buClrTx/>
              <a:buSzTx/>
              <a:buFontTx/>
              <a:buNone/>
            </a:pPr>
            <a:r>
              <a:rPr sz="2200" b="0" i="0" u="none" cap="none" spc="0">
                <a:ln>
                  <a:noFill/>
                </a:ln>
                <a:solidFill>
                  <a:schemeClr val="accent6"/>
                </a:solidFill>
                <a:latin typeface="Georgia"/>
                <a:ea typeface="Georgia"/>
                <a:cs typeface="Georgia"/>
              </a:rPr>
              <a:t>Instructions: DO NOT copy entire slides into this template</a:t>
            </a:r>
          </a:p>
        </p:txBody>
      </p:sp>
      <p:sp>
        <p:nvSpPr>
          <p:cNvPr id="34" name="Content Placeholder 4">
            <a:extLst xmlns:a="http://schemas.openxmlformats.org/drawingml/2006/main">
              <a:ext uri="{FF2B5EF4-FFF2-40B4-BE49-F238E27FC236}">
                <a16:creationId xmlns:a16="http://schemas.microsoft.com/office/drawing/2014/main" id="{4BB728B2-E7F7-F160-B56D-3DF6E9D727A1}"/>
              </a:ext>
            </a:extLst>
          </p:cNvPr>
          <p:cNvSpPr>
            <a:spLocks xmlns:a="http://schemas.openxmlformats.org/drawingml/2006/main" noGrp="1"/>
          </p:cNvSpPr>
          <p:nvPr/>
        </p:nvSpPr>
        <p:spPr>
          <a:xfrm xmlns:a="http://schemas.openxmlformats.org/drawingml/2006/main">
            <a:off x="484784" y="3828569"/>
            <a:ext cx="3972234" cy="684278"/>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950">
                <a:solidFill>
                  <a:schemeClr val="accent5"/>
                </a:solidFill>
                <a:latin typeface="Tenorite"/>
                <a:ea typeface="Tenorite"/>
                <a:cs typeface="Tenorite"/>
              </a:rPr>
              <a:t>When converting old presentations, </a:t>
            </a:r>
            <a:r>
              <a:rPr sz="950" b="1">
                <a:solidFill>
                  <a:schemeClr val="accent5"/>
                </a:solidFill>
                <a:latin typeface="Tenorite"/>
                <a:ea typeface="Tenorite"/>
                <a:cs typeface="Tenorite"/>
              </a:rPr>
              <a:t>DO NOT </a:t>
            </a:r>
            <a:r>
              <a:rPr sz="950">
                <a:solidFill>
                  <a:schemeClr val="accent5"/>
                </a:solidFill>
                <a:latin typeface="Tenorite"/>
                <a:ea typeface="Tenorite"/>
                <a:cs typeface="Tenorite"/>
              </a:rPr>
              <a:t>copy entire slides from </a:t>
            </a:r>
            <a:br/>
            <a:r>
              <a:rPr sz="950">
                <a:solidFill>
                  <a:schemeClr val="accent5"/>
                </a:solidFill>
                <a:latin typeface="Tenorite"/>
                <a:ea typeface="Tenorite"/>
                <a:cs typeface="Tenorite"/>
              </a:rPr>
              <a:t>a previous PPT and paste them into this template.</a:t>
            </a:r>
          </a:p>
        </p:txBody>
      </p:sp>
      <p:sp>
        <p:nvSpPr>
          <p:cNvPr id="35" name="Content Placeholder 4">
            <a:extLst xmlns:a="http://schemas.openxmlformats.org/drawingml/2006/main">
              <a:ext uri="{FF2B5EF4-FFF2-40B4-BE49-F238E27FC236}">
                <a16:creationId xmlns:a16="http://schemas.microsoft.com/office/drawing/2014/main" id="{0E42D2DB-5B22-9468-2D97-336723B184A3}"/>
              </a:ext>
            </a:extLst>
          </p:cNvPr>
          <p:cNvSpPr>
            <a:spLocks xmlns:a="http://schemas.openxmlformats.org/drawingml/2006/main" noGrp="1"/>
          </p:cNvSpPr>
          <p:nvPr/>
        </p:nvSpPr>
        <p:spPr>
          <a:xfrm xmlns:a="http://schemas.openxmlformats.org/drawingml/2006/main">
            <a:off x="4700538" y="3818630"/>
            <a:ext cx="3992612" cy="684278"/>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950" b="0" i="0">
                <a:solidFill>
                  <a:schemeClr val="accent5"/>
                </a:solidFill>
                <a:latin typeface="Tenorite"/>
                <a:ea typeface="Tenorite"/>
                <a:cs typeface="Tenorite"/>
              </a:rPr>
              <a:t>Powerpoint</a:t>
            </a:r>
            <a:r>
              <a:rPr sz="950" b="0" i="0">
                <a:solidFill>
                  <a:schemeClr val="accent5"/>
                </a:solidFill>
                <a:latin typeface="Tenorite"/>
                <a:ea typeface="Tenorite"/>
                <a:cs typeface="Tenorite"/>
              </a:rPr>
              <a:t> can not translate the data correctly and will assign incorrect colors and random fonts to your content. It will also import incorrect master slides from the previous presentation (shown above). </a:t>
            </a:r>
          </a:p>
        </p:txBody>
      </p:sp>
      <p:pic>
        <p:nvPicPr>
          <p:cNvPr id="51" name="Picture 40"/>
          <p:cNvPicPr>
            <a:picLocks xmlns:a="http://schemas.openxmlformats.org/drawingml/2006/main" noChangeAspect="1"/>
          </p:cNvPicPr>
          <p:nvPr/>
        </p:nvPicPr>
        <p:blipFill>
          <a:blip xmlns:r="http://schemas.openxmlformats.org/officeDocument/2006/relationships" xmlns:a="http://schemas.openxmlformats.org/drawingml/2006/main" r:embed="R380c7803f0ed4513"/>
          <a:srcRect xmlns:a="http://schemas.openxmlformats.org/drawingml/2006/main" l="7762" t="0" r="7762" b="0"/>
          <a:stretch xmlns:a="http://schemas.openxmlformats.org/drawingml/2006/main"/>
        </p:blipFill>
        <p:spPr>
          <a:xfrm xmlns:a="http://schemas.openxmlformats.org/drawingml/2006/main">
            <a:off x="4717507" y="1258002"/>
            <a:ext cx="3973578" cy="2483487"/>
          </a:xfrm>
          <a:prstGeom xmlns:a="http://schemas.openxmlformats.org/drawingml/2006/main" prst="rect">
            <a:avLst/>
          </a:prstGeom>
          <a:ln xmlns:a="http://schemas.openxmlformats.org/drawingml/2006/main">
            <a:solidFill>
              <a:schemeClr val="tx2"/>
            </a:solidFill>
          </a:ln>
        </p:spPr>
      </p:pic>
      <p:sp>
        <p:nvSpPr>
          <p:cNvPr id="42" name="Oval 41">
            <a:extLst xmlns:a="http://schemas.openxmlformats.org/drawingml/2006/main">
              <a:ext uri="{FF2B5EF4-FFF2-40B4-BE49-F238E27FC236}">
                <a16:creationId xmlns:a16="http://schemas.microsoft.com/office/drawing/2014/main" id="{7C5D03D9-6AFE-7434-4F52-8148F5B273F6}"/>
              </a:ext>
            </a:extLst>
          </p:cNvPr>
          <p:cNvSpPr>
            <a:spLocks xmlns:a="http://schemas.openxmlformats.org/drawingml/2006/main" noGrp="1"/>
          </p:cNvSpPr>
          <p:nvPr/>
        </p:nvSpPr>
        <p:spPr>
          <a:xfrm xmlns:a="http://schemas.openxmlformats.org/drawingml/2006/main">
            <a:off x="4883137" y="2304102"/>
            <a:ext cx="584454" cy="435906"/>
          </a:xfrm>
          <a:prstGeom xmlns:a="http://schemas.openxmlformats.org/drawingml/2006/main" prst="ellipse">
            <a:avLst/>
          </a:prstGeom>
          <a:noFill xmlns:a="http://schemas.openxmlformats.org/drawingml/2006/main"/>
          <a:ln xmlns:a="http://schemas.openxmlformats.org/drawingml/2006/main" w="38100">
            <a:solidFill>
              <a:srgbClr val="C00000"/>
            </a:solidFill>
          </a:ln>
        </p:spPr>
        <p:txBody>
          <a:bodyPr xmlns:a="http://schemas.openxmlformats.org/drawingml/2006/main" wrap="none" anchor="ctr"/>
          <a:lstStyle xmlns:a="http://schemas.openxmlformats.org/drawingml/2006/main"/>
          <a:p xmlns:a="http://schemas.openxmlformats.org/drawingml/2006/main">
            <a:pPr algn="ctr">
              <a:buNone/>
            </a:pPr>
            <a:endParaRPr b="0" i="0">
              <a:latin typeface="Arial"/>
              <a:ea typeface="Arial"/>
              <a:cs typeface="Arial"/>
            </a:endParaRPr>
          </a:p>
        </p:txBody>
      </p:sp>
      <p:pic>
        <p:nvPicPr>
          <p:cNvPr id="53" name="Picture 37"/>
          <p:cNvPicPr>
            <a:picLocks xmlns:a="http://schemas.openxmlformats.org/drawingml/2006/main" noChangeAspect="1"/>
          </p:cNvPicPr>
          <p:nvPr/>
        </p:nvPicPr>
        <p:blipFill>
          <a:blip xmlns:r="http://schemas.openxmlformats.org/officeDocument/2006/relationships" xmlns:a="http://schemas.openxmlformats.org/drawingml/2006/main" r:embed="Rbfeb9983c2b547b4"/>
          <a:srcRect xmlns:a="http://schemas.openxmlformats.org/drawingml/2006/main" l="0" t="0" r="0" b="0"/>
          <a:stretch xmlns:a="http://schemas.openxmlformats.org/drawingml/2006/main"/>
        </p:blipFill>
        <p:spPr>
          <a:xfrm xmlns:a="http://schemas.openxmlformats.org/drawingml/2006/main" rot="0" flipH="0" flipV="0">
            <a:off x="466473" y="1267941"/>
            <a:ext cx="3973579" cy="2483487"/>
          </a:xfrm>
          <a:prstGeom xmlns:a="http://schemas.openxmlformats.org/drawingml/2006/main" prst="rect">
            <a:avLst/>
          </a:prstGeom>
          <a:ln xmlns:a="http://schemas.openxmlformats.org/drawingml/2006/main">
            <a:solidFill>
              <a:schemeClr val="tx2"/>
            </a:solidFill>
          </a:ln>
        </p:spPr>
      </p:pic>
      <p:sp>
        <p:nvSpPr>
          <p:cNvPr id="39" name="Oval 38">
            <a:extLst xmlns:a="http://schemas.openxmlformats.org/drawingml/2006/main">
              <a:ext uri="{FF2B5EF4-FFF2-40B4-BE49-F238E27FC236}">
                <a16:creationId xmlns:a16="http://schemas.microsoft.com/office/drawing/2014/main" id="{A401991B-B7A5-920C-4AAD-801505428F24}"/>
              </a:ext>
            </a:extLst>
          </p:cNvPr>
          <p:cNvSpPr>
            <a:spLocks xmlns:a="http://schemas.openxmlformats.org/drawingml/2006/main" noGrp="1"/>
          </p:cNvSpPr>
          <p:nvPr/>
        </p:nvSpPr>
        <p:spPr>
          <a:xfrm xmlns:a="http://schemas.openxmlformats.org/drawingml/2006/main" rot="0" flipH="0" flipV="0">
            <a:off x="446847" y="1687221"/>
            <a:ext cx="663893" cy="560209"/>
          </a:xfrm>
          <a:prstGeom xmlns:a="http://schemas.openxmlformats.org/drawingml/2006/main" prst="ellipse">
            <a:avLst/>
          </a:prstGeom>
          <a:noFill xmlns:a="http://schemas.openxmlformats.org/drawingml/2006/main"/>
          <a:ln xmlns:a="http://schemas.openxmlformats.org/drawingml/2006/main" w="38100">
            <a:solidFill>
              <a:srgbClr val="C00000"/>
            </a:solidFill>
          </a:ln>
        </p:spPr>
        <p:txBody>
          <a:bodyPr xmlns:a="http://schemas.openxmlformats.org/drawingml/2006/main" wrap="none" anchor="ctr"/>
          <a:lstStyle xmlns:a="http://schemas.openxmlformats.org/drawingml/2006/main"/>
          <a:p xmlns:a="http://schemas.openxmlformats.org/drawingml/2006/main">
            <a:pPr algn="ctr">
              <a:buNone/>
            </a:pPr>
            <a:endParaRPr b="0" i="0">
              <a:latin typeface="Arial"/>
              <a:ea typeface="Arial"/>
              <a:cs typeface="Arial"/>
            </a:endParaRPr>
          </a:p>
        </p:txBody>
      </p:sp>
      <p:pic>
        <p:nvPicPr>
          <p:cNvPr id="55" name="Picture 39"/>
          <p:cNvPicPr>
            <a:picLocks xmlns:a="http://schemas.openxmlformats.org/drawingml/2006/main" noChangeAspect="1"/>
          </p:cNvPicPr>
          <p:nvPr/>
        </p:nvPicPr>
        <p:blipFill>
          <a:blip xmlns:r="http://schemas.openxmlformats.org/officeDocument/2006/relationships" xmlns:a="http://schemas.openxmlformats.org/drawingml/2006/main" r:embed="R4bf9cba2e6e94a47"/>
          <a:stretch xmlns:a="http://schemas.openxmlformats.org/drawingml/2006/main">
            <a:fillRect l="0" t="0" r="0" b="0"/>
          </a:stretch>
        </p:blipFill>
        <p:spPr>
          <a:xfrm xmlns:a="http://schemas.openxmlformats.org/drawingml/2006/main" rot="0" flipH="0" flipV="0">
            <a:off x="678789" y="2071421"/>
            <a:ext cx="431951" cy="431951"/>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79092F27-9E27-2DD5-7344-45C3FE68FC64}"/>
              </a:ext>
            </a:extLst>
          </p:cNvPr>
          <p:cNvSpPr>
            <a:spLocks xmlns:a="http://schemas.openxmlformats.org/drawingml/2006/main" noGrp="1"/>
          </p:cNvSpPr>
          <p:nvPr/>
        </p:nvSpPr>
        <p:spPr>
          <a:xfrm xmlns:a="http://schemas.openxmlformats.org/drawingml/2006/main">
            <a:off x="0" y="-1"/>
            <a:ext cx="9144000" cy="34096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400" b="1">
                <a:solidFill>
                  <a:schemeClr val="accent5"/>
                </a:solidFill>
              </a:rPr>
              <a:t>PLEASE READ THIS INSTRUCTION SLIDE BEFORE USING THE TEMPLATE</a:t>
            </a:r>
          </a:p>
        </p:txBody>
      </p:sp>
      <p:sp>
        <p:nvSpPr>
          <p:cNvPr id="5" name="TextBox 4">
            <a:extLst xmlns:a="http://schemas.openxmlformats.org/drawingml/2006/main">
              <a:ext uri="{FF2B5EF4-FFF2-40B4-BE49-F238E27FC236}">
                <a16:creationId xmlns:a16="http://schemas.microsoft.com/office/drawing/2014/main" id="{2C505D33-9D6F-2112-C5BB-0429287CE844}"/>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58" name="Picture 10"/>
          <p:cNvPicPr>
            <a:picLocks xmlns:a="http://schemas.openxmlformats.org/drawingml/2006/main" noChangeAspect="1"/>
          </p:cNvPicPr>
          <p:nvPr/>
        </p:nvPicPr>
        <p:blipFill>
          <a:blip xmlns:r="http://schemas.openxmlformats.org/officeDocument/2006/relationships" xmlns:a="http://schemas.openxmlformats.org/drawingml/2006/main" r:embed="Re24ec61a844e44ff">
            <a:extLst>
              <a:ext uri="{96DAC541-7B7A-43D3-8B79-37D633B846F1}">
                <asvg:svgBlip xmlns:asvg="http://schemas.microsoft.com/office/drawing/2016/SVG/main" r:embed="R43f4252c372d4532"/>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41.xml><?xml version="1.0" encoding="utf-8"?>
<p:sldLayout xmlns:p="http://schemas.openxmlformats.org/presentationml/2006/main" preserve="1" userDrawn="1">
  <p:cSld name="Instructions: Conversion step1">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lvl1pPr>
              <a:buNone/>
              <a:defRPr b="0" i="0">
                <a:latin typeface="Tenorite"/>
                <a:ea typeface="Tenorite"/>
                <a:cs typeface="Tenorite"/>
              </a:defRPr>
            </a:lvl1pPr>
          </a:lstStyle>
          <a:p xmlns:a="http://schemas.openxmlformats.org/drawingml/2006/main">
            <a:r>
              <a:t>Member FINRA/SIPC</a:t>
            </a:r>
            <a:endParaRPr/>
          </a:p>
        </p:txBody>
      </p:sp>
      <p:sp>
        <p:nvSpPr>
          <p:cNvPr id="18" name="TextBox 17">
            <a:extLst xmlns:a="http://schemas.openxmlformats.org/drawingml/2006/main">
              <a:ext uri="{FF2B5EF4-FFF2-40B4-BE49-F238E27FC236}">
                <a16:creationId xmlns:a16="http://schemas.microsoft.com/office/drawing/2014/main" id="{55FE506B-E1A3-89C9-F34D-360F5B5A4BD9}"/>
              </a:ext>
            </a:extLst>
          </p:cNvPr>
          <p:cNvSpPr>
            <a:spLocks xmlns:a="http://schemas.openxmlformats.org/drawingml/2006/main" noGrp="1"/>
          </p:cNvSpPr>
          <p:nvPr/>
        </p:nvSpPr>
        <p:spPr>
          <a:xfrm xmlns:a="http://schemas.openxmlformats.org/drawingml/2006/main">
            <a:off x="466724" y="755231"/>
            <a:ext cx="8202301" cy="338554"/>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p xmlns:a="http://schemas.openxmlformats.org/drawingml/2006/main">
            <a:pPr marL="0" indent="-3657600" algn="l">
              <a:spcAft>
                <a:spcPts val="0"/>
              </a:spcAft>
              <a:buNone/>
            </a:pPr>
            <a:r>
              <a:rPr sz="2200" b="0" i="0" u="none" cap="none" spc="0">
                <a:ln>
                  <a:noFill/>
                </a:ln>
                <a:solidFill>
                  <a:schemeClr val="accent6"/>
                </a:solidFill>
                <a:latin typeface="Georgia"/>
                <a:ea typeface="Georgia"/>
                <a:cs typeface="Georgia"/>
              </a:rPr>
              <a:t>Instead, copy &amp; paste individual elements to format correctly</a:t>
            </a:r>
            <a:endParaRPr sz="2200" b="0" i="0">
              <a:solidFill>
                <a:schemeClr val="accent6"/>
              </a:solidFill>
              <a:latin typeface="Georgia"/>
              <a:ea typeface="Georgia"/>
              <a:cs typeface="Georgia"/>
            </a:endParaRPr>
          </a:p>
        </p:txBody>
      </p:sp>
      <p:pic>
        <p:nvPicPr>
          <p:cNvPr id="38" name="Picture 19"/>
          <p:cNvPicPr>
            <a:picLocks xmlns:a="http://schemas.openxmlformats.org/drawingml/2006/main" noChangeAspect="1"/>
          </p:cNvPicPr>
          <p:nvPr/>
        </p:nvPicPr>
        <p:blipFill rotWithShape="1">
          <a:blip xmlns:r="http://schemas.openxmlformats.org/officeDocument/2006/relationships" xmlns:a="http://schemas.openxmlformats.org/drawingml/2006/main" r:embed="R99b1405661c64bea"/>
          <a:srcRect xmlns:a="http://schemas.openxmlformats.org/drawingml/2006/main" l="-490" t="0" r="49522" b="0"/>
          <a:stretch xmlns:a="http://schemas.openxmlformats.org/drawingml/2006/main"/>
        </p:blipFill>
        <p:spPr>
          <a:xfrm xmlns:a="http://schemas.openxmlformats.org/drawingml/2006/main">
            <a:off x="6658309" y="1263699"/>
            <a:ext cx="2010716" cy="2218830"/>
          </a:xfrm>
          <a:prstGeom xmlns:a="http://schemas.openxmlformats.org/drawingml/2006/main" prst="rect">
            <a:avLst/>
          </a:prstGeom>
          <a:ln xmlns:a="http://schemas.openxmlformats.org/drawingml/2006/main">
            <a:solidFill>
              <a:schemeClr val="tx2"/>
            </a:solidFill>
          </a:ln>
        </p:spPr>
      </p:pic>
      <p:sp>
        <p:nvSpPr>
          <p:cNvPr id="21" name="Content Placeholder 4">
            <a:extLst xmlns:a="http://schemas.openxmlformats.org/drawingml/2006/main">
              <a:ext uri="{FF2B5EF4-FFF2-40B4-BE49-F238E27FC236}">
                <a16:creationId xmlns:a16="http://schemas.microsoft.com/office/drawing/2014/main" id="{7928C391-8A77-A08B-594B-2C1BF5297F35}"/>
              </a:ext>
            </a:extLst>
          </p:cNvPr>
          <p:cNvSpPr>
            <a:spLocks xmlns:a="http://schemas.openxmlformats.org/drawingml/2006/main" noGrp="1"/>
          </p:cNvSpPr>
          <p:nvPr/>
        </p:nvSpPr>
        <p:spPr>
          <a:xfrm xmlns:a="http://schemas.openxmlformats.org/drawingml/2006/main">
            <a:off x="466726" y="3670046"/>
            <a:ext cx="3601347" cy="700575"/>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950">
                <a:solidFill>
                  <a:schemeClr val="accent5"/>
                </a:solidFill>
                <a:latin typeface="Tenorite"/>
                <a:ea typeface="Tenorite"/>
                <a:cs typeface="Tenorite"/>
              </a:rPr>
              <a:t>To convert slides, select, copy, and paste the individual elements from one PPT presentation to the other. Select your text in the presentation.</a:t>
            </a:r>
          </a:p>
        </p:txBody>
      </p:sp>
      <p:pic>
        <p:nvPicPr>
          <p:cNvPr id="40" name="Picture 21"/>
          <p:cNvPicPr>
            <a:picLocks xmlns:a="http://schemas.openxmlformats.org/drawingml/2006/main" noChangeAspect="1"/>
          </p:cNvPicPr>
          <p:nvPr/>
        </p:nvPicPr>
        <p:blipFill rotWithShape="1">
          <a:blip xmlns:r="http://schemas.openxmlformats.org/officeDocument/2006/relationships" xmlns:a="http://schemas.openxmlformats.org/drawingml/2006/main" r:embed="R77e89a6cd8d74d2c"/>
          <a:srcRect xmlns:a="http://schemas.openxmlformats.org/drawingml/2006/main" l="0" t="0" r="0" b="0"/>
          <a:stretch xmlns:a="http://schemas.openxmlformats.org/drawingml/2006/main"/>
        </p:blipFill>
        <p:spPr>
          <a:xfrm xmlns:a="http://schemas.openxmlformats.org/drawingml/2006/main">
            <a:off x="466725" y="1257483"/>
            <a:ext cx="3601347" cy="2225046"/>
          </a:xfrm>
          <a:prstGeom xmlns:a="http://schemas.openxmlformats.org/drawingml/2006/main" prst="rect">
            <a:avLst/>
          </a:prstGeom>
          <a:ln xmlns:a="http://schemas.openxmlformats.org/drawingml/2006/main">
            <a:solidFill>
              <a:schemeClr val="tx2"/>
            </a:solidFill>
          </a:ln>
        </p:spPr>
      </p:pic>
      <p:pic>
        <p:nvPicPr>
          <p:cNvPr id="41" name="Picture 22"/>
          <p:cNvPicPr>
            <a:picLocks xmlns:a="http://schemas.openxmlformats.org/drawingml/2006/main" noChangeAspect="1"/>
          </p:cNvPicPr>
          <p:nvPr/>
        </p:nvPicPr>
        <p:blipFill rotWithShape="1">
          <a:blip xmlns:r="http://schemas.openxmlformats.org/officeDocument/2006/relationships" xmlns:a="http://schemas.openxmlformats.org/drawingml/2006/main" r:embed="Rdf7d5ce4be434d82"/>
          <a:srcRect xmlns:a="http://schemas.openxmlformats.org/drawingml/2006/main" l="0" t="0" r="49032" b="0"/>
          <a:stretch xmlns:a="http://schemas.openxmlformats.org/drawingml/2006/main"/>
        </p:blipFill>
        <p:spPr>
          <a:xfrm xmlns:a="http://schemas.openxmlformats.org/drawingml/2006/main">
            <a:off x="4377639" y="1263699"/>
            <a:ext cx="2010716" cy="2218830"/>
          </a:xfrm>
          <a:prstGeom xmlns:a="http://schemas.openxmlformats.org/drawingml/2006/main" prst="rect">
            <a:avLst/>
          </a:prstGeom>
          <a:ln xmlns:a="http://schemas.openxmlformats.org/drawingml/2006/main">
            <a:solidFill>
              <a:schemeClr val="tx2"/>
            </a:solidFill>
          </a:ln>
        </p:spPr>
      </p:pic>
      <p:sp>
        <p:nvSpPr>
          <p:cNvPr id="24" name="Content Placeholder 4">
            <a:extLst xmlns:a="http://schemas.openxmlformats.org/drawingml/2006/main">
              <a:ext uri="{FF2B5EF4-FFF2-40B4-BE49-F238E27FC236}">
                <a16:creationId xmlns:a16="http://schemas.microsoft.com/office/drawing/2014/main" id="{E7E92200-127B-A60A-C10F-7F8DA3A589C4}"/>
              </a:ext>
            </a:extLst>
          </p:cNvPr>
          <p:cNvSpPr>
            <a:spLocks xmlns:a="http://schemas.openxmlformats.org/drawingml/2006/main" noGrp="1"/>
          </p:cNvSpPr>
          <p:nvPr/>
        </p:nvSpPr>
        <p:spPr>
          <a:xfrm xmlns:a="http://schemas.openxmlformats.org/drawingml/2006/main">
            <a:off x="4377640" y="3670046"/>
            <a:ext cx="2010716" cy="700575"/>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950">
                <a:solidFill>
                  <a:schemeClr val="accent5"/>
                </a:solidFill>
                <a:latin typeface="Tenorite"/>
                <a:ea typeface="Tenorite"/>
                <a:cs typeface="Tenorite"/>
              </a:rPr>
              <a:t>In the new template, paste the content into the desired text box, and click on the format tab.</a:t>
            </a:r>
          </a:p>
        </p:txBody>
      </p:sp>
      <p:sp>
        <p:nvSpPr>
          <p:cNvPr id="25" name="Oval 24">
            <a:extLst xmlns:a="http://schemas.openxmlformats.org/drawingml/2006/main">
              <a:ext uri="{FF2B5EF4-FFF2-40B4-BE49-F238E27FC236}">
                <a16:creationId xmlns:a16="http://schemas.microsoft.com/office/drawing/2014/main" id="{CC49566C-B643-7BA5-86D5-B9F20566B4D4}"/>
              </a:ext>
            </a:extLst>
          </p:cNvPr>
          <p:cNvSpPr>
            <a:spLocks xmlns:a="http://schemas.openxmlformats.org/drawingml/2006/main" noGrp="1"/>
          </p:cNvSpPr>
          <p:nvPr/>
        </p:nvSpPr>
        <p:spPr>
          <a:xfrm xmlns:a="http://schemas.openxmlformats.org/drawingml/2006/main">
            <a:off x="4464687" y="2742735"/>
            <a:ext cx="371144" cy="363671"/>
          </a:xfrm>
          <a:prstGeom xmlns:a="http://schemas.openxmlformats.org/drawingml/2006/main" prst="ellipse">
            <a:avLst/>
          </a:prstGeom>
          <a:noFill xmlns:a="http://schemas.openxmlformats.org/drawingml/2006/main"/>
          <a:ln xmlns:a="http://schemas.openxmlformats.org/drawingml/2006/main" w="38100">
            <a:solidFill>
              <a:srgbClr val="C00000"/>
            </a:solidFill>
          </a:ln>
        </p:spPr>
        <p:txBody>
          <a:bodyPr xmlns:a="http://schemas.openxmlformats.org/drawingml/2006/main" wrap="none" anchor="ctr"/>
          <a:lstStyle xmlns:a="http://schemas.openxmlformats.org/drawingml/2006/main"/>
          <a:p xmlns:a="http://schemas.openxmlformats.org/drawingml/2006/main">
            <a:pPr algn="ctr">
              <a:buNone/>
            </a:pPr>
            <a:endParaRPr b="0" i="0">
              <a:latin typeface="Arial"/>
              <a:ea typeface="Arial"/>
              <a:cs typeface="Arial"/>
            </a:endParaRPr>
          </a:p>
        </p:txBody>
      </p:sp>
      <p:pic>
        <p:nvPicPr>
          <p:cNvPr id="44" name="Picture 25"/>
          <p:cNvPicPr>
            <a:picLocks xmlns:a="http://schemas.openxmlformats.org/drawingml/2006/main" noChangeAspect="1"/>
          </p:cNvPicPr>
          <p:nvPr/>
        </p:nvPicPr>
        <p:blipFill>
          <a:blip xmlns:r="http://schemas.openxmlformats.org/officeDocument/2006/relationships" xmlns:a="http://schemas.openxmlformats.org/drawingml/2006/main" r:embed="R3dc54245122746d0"/>
          <a:stretch xmlns:a="http://schemas.openxmlformats.org/drawingml/2006/main">
            <a:fillRect l="0" t="0" r="0" b="0"/>
          </a:stretch>
        </p:blipFill>
        <p:spPr>
          <a:xfrm xmlns:a="http://schemas.openxmlformats.org/drawingml/2006/main">
            <a:off x="1527259" y="2965689"/>
            <a:ext cx="396817" cy="396817"/>
          </a:xfrm>
          <a:prstGeom xmlns:a="http://schemas.openxmlformats.org/drawingml/2006/main" prst="rect">
            <a:avLst/>
          </a:prstGeom>
        </p:spPr>
      </p:pic>
      <p:sp>
        <p:nvSpPr>
          <p:cNvPr id="28" name="Content Placeholder 4">
            <a:extLst xmlns:a="http://schemas.openxmlformats.org/drawingml/2006/main">
              <a:ext uri="{FF2B5EF4-FFF2-40B4-BE49-F238E27FC236}">
                <a16:creationId xmlns:a16="http://schemas.microsoft.com/office/drawing/2014/main" id="{E0D853A6-4363-455A-7CE5-3F61F5F20AF2}"/>
              </a:ext>
            </a:extLst>
          </p:cNvPr>
          <p:cNvSpPr>
            <a:spLocks xmlns:a="http://schemas.openxmlformats.org/drawingml/2006/main" noGrp="1"/>
          </p:cNvSpPr>
          <p:nvPr/>
        </p:nvSpPr>
        <p:spPr>
          <a:xfrm xmlns:a="http://schemas.openxmlformats.org/drawingml/2006/main">
            <a:off x="6697921" y="3670046"/>
            <a:ext cx="1995229" cy="700575"/>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950">
                <a:solidFill>
                  <a:schemeClr val="accent5"/>
                </a:solidFill>
                <a:latin typeface="Tenorite"/>
                <a:ea typeface="Tenorite"/>
                <a:cs typeface="Tenorite"/>
              </a:rPr>
              <a:t>Select “Keep Text Only” to apply the preloaded fonts, colors and sizes of the new template.</a:t>
            </a:r>
          </a:p>
        </p:txBody>
      </p:sp>
      <p:sp>
        <p:nvSpPr>
          <p:cNvPr id="3" name="Rectangle 2">
            <a:extLst xmlns:a="http://schemas.openxmlformats.org/drawingml/2006/main">
              <a:ext uri="{FF2B5EF4-FFF2-40B4-BE49-F238E27FC236}">
                <a16:creationId xmlns:a16="http://schemas.microsoft.com/office/drawing/2014/main" id="{88DC5D53-55C5-C466-B103-B93A20C3DC48}"/>
              </a:ext>
            </a:extLst>
          </p:cNvPr>
          <p:cNvSpPr>
            <a:spLocks xmlns:a="http://schemas.openxmlformats.org/drawingml/2006/main" noGrp="1"/>
          </p:cNvSpPr>
          <p:nvPr/>
        </p:nvSpPr>
        <p:spPr>
          <a:xfrm xmlns:a="http://schemas.openxmlformats.org/drawingml/2006/main">
            <a:off x="0" y="0"/>
            <a:ext cx="9144000" cy="34096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400" b="1">
                <a:solidFill>
                  <a:schemeClr val="accent5"/>
                </a:solidFill>
              </a:rPr>
              <a:t>PLEASE READ THIS INSTRUCTION SLIDE BEFORE USING THE TEMPLATE</a:t>
            </a:r>
          </a:p>
        </p:txBody>
      </p:sp>
      <p:pic>
        <p:nvPicPr>
          <p:cNvPr id="47"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2231a062b02642b2"/>
          <a:srcRect xmlns:a="http://schemas.openxmlformats.org/drawingml/2006/main" l="0" t="0" r="0" b="0"/>
          <a:stretch xmlns:a="http://schemas.openxmlformats.org/drawingml/2006/main"/>
        </p:blipFill>
        <p:spPr>
          <a:xfrm xmlns:a="http://schemas.openxmlformats.org/drawingml/2006/main">
            <a:off x="6879560" y="2787650"/>
            <a:ext cx="815975" cy="495300"/>
          </a:xfrm>
          <a:prstGeom xmlns:a="http://schemas.openxmlformats.org/drawingml/2006/main" prst="rect">
            <a:avLst/>
          </a:prstGeom>
        </p:spPr>
      </p:pic>
      <p:pic>
        <p:nvPicPr>
          <p:cNvPr id="48" name="Picture 26"/>
          <p:cNvPicPr>
            <a:picLocks xmlns:a="http://schemas.openxmlformats.org/drawingml/2006/main" noChangeAspect="1"/>
          </p:cNvPicPr>
          <p:nvPr/>
        </p:nvPicPr>
        <p:blipFill>
          <a:blip xmlns:r="http://schemas.openxmlformats.org/officeDocument/2006/relationships" xmlns:a="http://schemas.openxmlformats.org/drawingml/2006/main" r:embed="R78c1f811192b4724"/>
          <a:stretch xmlns:a="http://schemas.openxmlformats.org/drawingml/2006/main">
            <a:fillRect l="0" t="0" r="0" b="0"/>
          </a:stretch>
        </p:blipFill>
        <p:spPr>
          <a:xfrm xmlns:a="http://schemas.openxmlformats.org/drawingml/2006/main">
            <a:off x="7388971" y="3204055"/>
            <a:ext cx="358892" cy="358892"/>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258BFBC4-54D5-2376-CD25-BA24022AE504}"/>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50" name="Picture 10"/>
          <p:cNvPicPr>
            <a:picLocks xmlns:a="http://schemas.openxmlformats.org/drawingml/2006/main" noChangeAspect="1"/>
          </p:cNvPicPr>
          <p:nvPr/>
        </p:nvPicPr>
        <p:blipFill>
          <a:blip xmlns:r="http://schemas.openxmlformats.org/officeDocument/2006/relationships" xmlns:a="http://schemas.openxmlformats.org/drawingml/2006/main" r:embed="R4eac63b136274caa">
            <a:extLst>
              <a:ext uri="{96DAC541-7B7A-43D3-8B79-37D633B846F1}">
                <asvg:svgBlip xmlns:asvg="http://schemas.microsoft.com/office/drawing/2016/SVG/main" r:embed="R1a929083c3674718"/>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42.xml><?xml version="1.0" encoding="utf-8"?>
<p:sldLayout xmlns:p="http://schemas.openxmlformats.org/presentationml/2006/main" preserve="1" userDrawn="1">
  <p:cSld name="Instructions: Brand Portal photos">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lvl1pPr>
              <a:buNone/>
              <a:defRPr b="0" i="0">
                <a:latin typeface="Tenorite"/>
                <a:ea typeface="Tenorite"/>
                <a:cs typeface="Tenorite"/>
              </a:defRPr>
            </a:lvl1pPr>
          </a:lstStyle>
          <a:p xmlns:a="http://schemas.openxmlformats.org/drawingml/2006/main">
            <a:r>
              <a:t>Member FINRA/SIPC</a:t>
            </a:r>
            <a:endParaRPr/>
          </a:p>
        </p:txBody>
      </p:sp>
      <p:sp>
        <p:nvSpPr>
          <p:cNvPr id="18" name="TextBox 17">
            <a:extLst xmlns:a="http://schemas.openxmlformats.org/drawingml/2006/main">
              <a:ext uri="{FF2B5EF4-FFF2-40B4-BE49-F238E27FC236}">
                <a16:creationId xmlns:a16="http://schemas.microsoft.com/office/drawing/2014/main" id="{55FE506B-E1A3-89C9-F34D-360F5B5A4BD9}"/>
              </a:ext>
            </a:extLst>
          </p:cNvPr>
          <p:cNvSpPr>
            <a:spLocks xmlns:a="http://schemas.openxmlformats.org/drawingml/2006/main" noGrp="1"/>
          </p:cNvSpPr>
          <p:nvPr/>
        </p:nvSpPr>
        <p:spPr>
          <a:xfrm xmlns:a="http://schemas.openxmlformats.org/drawingml/2006/main">
            <a:off x="466724" y="755231"/>
            <a:ext cx="8195482" cy="338554"/>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p xmlns:a="http://schemas.openxmlformats.org/drawingml/2006/main">
            <a:pPr marL="0" indent="-3657600" algn="l">
              <a:spcAft>
                <a:spcPts val="0"/>
              </a:spcAft>
              <a:buNone/>
            </a:pPr>
            <a:r>
              <a:rPr sz="2200" b="0" i="0" u="none" cap="none" spc="0">
                <a:ln>
                  <a:noFill/>
                </a:ln>
                <a:solidFill>
                  <a:schemeClr val="accent6"/>
                </a:solidFill>
                <a:latin typeface="Georgia"/>
                <a:ea typeface="Georgia"/>
                <a:cs typeface="Georgia"/>
              </a:rPr>
              <a:t>Use the Brand Portal to find photos for your presentation </a:t>
            </a:r>
            <a:endParaRPr sz="2200" b="0" i="0">
              <a:solidFill>
                <a:schemeClr val="accent6"/>
              </a:solidFill>
              <a:latin typeface="Georgia"/>
              <a:ea typeface="Georgia"/>
              <a:cs typeface="Georgia"/>
            </a:endParaRPr>
          </a:p>
        </p:txBody>
      </p:sp>
      <p:sp>
        <p:nvSpPr>
          <p:cNvPr id="13" name="Content Placeholder 4">
            <a:extLst xmlns:a="http://schemas.openxmlformats.org/drawingml/2006/main">
              <a:ext uri="{FF2B5EF4-FFF2-40B4-BE49-F238E27FC236}">
                <a16:creationId xmlns:a16="http://schemas.microsoft.com/office/drawing/2014/main" id="{7081DB98-AA88-E918-FAFD-5FB733FA657C}"/>
              </a:ext>
            </a:extLst>
          </p:cNvPr>
          <p:cNvSpPr>
            <a:spLocks xmlns:a="http://schemas.openxmlformats.org/drawingml/2006/main" noGrp="1"/>
          </p:cNvSpPr>
          <p:nvPr/>
        </p:nvSpPr>
        <p:spPr>
          <a:xfrm xmlns:a="http://schemas.openxmlformats.org/drawingml/2006/main">
            <a:off x="466726" y="1264879"/>
            <a:ext cx="8106585" cy="470693"/>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950">
                <a:solidFill>
                  <a:schemeClr val="accent5"/>
                </a:solidFill>
                <a:latin typeface="Tenorite"/>
                <a:ea typeface="Tenorite"/>
                <a:cs typeface="Tenorite"/>
              </a:rPr>
              <a:t>Find approved brand photography by using Guest Access to the Brand Portal:</a:t>
            </a:r>
          </a:p>
        </p:txBody>
      </p:sp>
      <p:sp>
        <p:nvSpPr>
          <p:cNvPr id="3" name="Rectangle 2">
            <a:extLst xmlns:a="http://schemas.openxmlformats.org/drawingml/2006/main">
              <a:ext uri="{FF2B5EF4-FFF2-40B4-BE49-F238E27FC236}">
                <a16:creationId xmlns:a16="http://schemas.microsoft.com/office/drawing/2014/main" id="{3078714A-3773-889C-F2B6-6DE1F7DF50FF}"/>
              </a:ext>
            </a:extLst>
          </p:cNvPr>
          <p:cNvSpPr>
            <a:spLocks xmlns:a="http://schemas.openxmlformats.org/drawingml/2006/main" noGrp="1"/>
          </p:cNvSpPr>
          <p:nvPr/>
        </p:nvSpPr>
        <p:spPr>
          <a:xfrm xmlns:a="http://schemas.openxmlformats.org/drawingml/2006/main">
            <a:off x="0" y="-1"/>
            <a:ext cx="9144000" cy="34096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400" b="1">
                <a:solidFill>
                  <a:schemeClr val="accent5"/>
                </a:solidFill>
              </a:rPr>
              <a:t>PLEASE READ THIS INSTRUCTION SLIDE BEFORE USING THE TEMPLATE</a:t>
            </a:r>
          </a:p>
        </p:txBody>
      </p:sp>
      <p:sp>
        <p:nvSpPr>
          <p:cNvPr id="7" name="TextBox 6">
            <a:extLst xmlns:a="http://schemas.openxmlformats.org/drawingml/2006/main">
              <a:ext uri="{FF2B5EF4-FFF2-40B4-BE49-F238E27FC236}">
                <a16:creationId xmlns:a16="http://schemas.microsoft.com/office/drawing/2014/main" id="{AF50D556-3243-10D7-9AAD-69EF89A954D1}"/>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31" name="Picture 8"/>
          <p:cNvPicPr>
            <a:picLocks xmlns:a="http://schemas.openxmlformats.org/drawingml/2006/main" noChangeAspect="1"/>
          </p:cNvPicPr>
          <p:nvPr/>
        </p:nvPicPr>
        <p:blipFill>
          <a:blip xmlns:r="http://schemas.openxmlformats.org/officeDocument/2006/relationships" xmlns:a="http://schemas.openxmlformats.org/drawingml/2006/main" r:embed="Rf42a48ebade2446d"/>
          <a:stretch xmlns:a="http://schemas.openxmlformats.org/drawingml/2006/main">
            <a:fillRect l="0" t="0" r="0" b="0"/>
          </a:stretch>
        </p:blipFill>
        <p:spPr>
          <a:xfrm xmlns:a="http://schemas.openxmlformats.org/drawingml/2006/main">
            <a:off x="457200" y="1841922"/>
            <a:ext cx="4053975" cy="2375629"/>
          </a:xfrm>
          <a:prstGeom xmlns:a="http://schemas.openxmlformats.org/drawingml/2006/main" prst="rect">
            <a:avLst/>
          </a:prstGeom>
        </p:spPr>
      </p:pic>
      <p:pic>
        <p:nvPicPr>
          <p:cNvPr id="32" name="Picture 10"/>
          <p:cNvPicPr>
            <a:picLocks xmlns:a="http://schemas.openxmlformats.org/drawingml/2006/main" noChangeAspect="1"/>
          </p:cNvPicPr>
          <p:nvPr/>
        </p:nvPicPr>
        <p:blipFill>
          <a:blip xmlns:r="http://schemas.openxmlformats.org/officeDocument/2006/relationships" xmlns:a="http://schemas.openxmlformats.org/drawingml/2006/main" r:embed="R5a209134a7fa4e9a"/>
          <a:stretch xmlns:a="http://schemas.openxmlformats.org/drawingml/2006/main">
            <a:fillRect l="0" t="0" r="0" b="0"/>
          </a:stretch>
        </p:blipFill>
        <p:spPr>
          <a:xfrm xmlns:a="http://schemas.openxmlformats.org/drawingml/2006/main">
            <a:off x="4846836" y="1841922"/>
            <a:ext cx="2936542" cy="2375629"/>
          </a:xfrm>
          <a:prstGeom xmlns:a="http://schemas.openxmlformats.org/drawingml/2006/main" prst="rect">
            <a:avLst/>
          </a:prstGeom>
          <a:ln xmlns:a="http://schemas.openxmlformats.org/drawingml/2006/main">
            <a:solidFill>
              <a:schemeClr val="tx1"/>
            </a:solidFill>
          </a:ln>
        </p:spPr>
      </p:pic>
      <p:sp>
        <p:nvSpPr>
          <p:cNvPr id="19" name="TextBox 18">
            <a:extLst xmlns:a="http://schemas.openxmlformats.org/drawingml/2006/main">
              <a:ext uri="{FF2B5EF4-FFF2-40B4-BE49-F238E27FC236}">
                <a16:creationId xmlns:a16="http://schemas.microsoft.com/office/drawing/2014/main" id="{03ECBAC3-2D89-5A05-7572-4BBDB4FDE270}"/>
              </a:ext>
            </a:extLst>
          </p:cNvPr>
          <p:cNvSpPr>
            <a:spLocks xmlns:a="http://schemas.openxmlformats.org/drawingml/2006/main" noGrp="1"/>
          </p:cNvSpPr>
          <p:nvPr/>
        </p:nvSpPr>
        <p:spPr>
          <a:xfrm xmlns:a="http://schemas.openxmlformats.org/drawingml/2006/main">
            <a:off x="395983" y="4302594"/>
            <a:ext cx="4221413"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950" b="1">
                <a:latin typeface="Tenorite"/>
                <a:ea typeface="Tenorite"/>
                <a:cs typeface="Tenorite"/>
              </a:rPr>
              <a:t>Tip: </a:t>
            </a:r>
            <a:r>
              <a:rPr sz="1000" b="0" i="0">
                <a:solidFill>
                  <a:srgbClr val="444444"/>
                </a:solidFill>
                <a:latin typeface="Inter var"/>
                <a:ea typeface="Inter var"/>
                <a:cs typeface="Inter var"/>
              </a:rPr>
              <a:t>Use the search function to find the type of photo you're looking for using common keywords.</a:t>
            </a:r>
            <a:endParaRPr sz="950">
              <a:latin typeface="Tenorite"/>
              <a:ea typeface="Tenorite"/>
              <a:cs typeface="Tenorite"/>
            </a:endParaRPr>
          </a:p>
        </p:txBody>
      </p:sp>
      <p:sp>
        <p:nvSpPr>
          <p:cNvPr id="20" name="TextBox 19">
            <a:extLst xmlns:a="http://schemas.openxmlformats.org/drawingml/2006/main">
              <a:ext uri="{FF2B5EF4-FFF2-40B4-BE49-F238E27FC236}">
                <a16:creationId xmlns:a16="http://schemas.microsoft.com/office/drawing/2014/main" id="{1F93CB60-E0A3-CDD3-1D4B-9A8B7A7CE81E}"/>
              </a:ext>
            </a:extLst>
          </p:cNvPr>
          <p:cNvSpPr>
            <a:spLocks xmlns:a="http://schemas.openxmlformats.org/drawingml/2006/main" noGrp="1"/>
          </p:cNvSpPr>
          <p:nvPr/>
        </p:nvSpPr>
        <p:spPr>
          <a:xfrm xmlns:a="http://schemas.openxmlformats.org/drawingml/2006/main">
            <a:off x="4747490" y="4302594"/>
            <a:ext cx="4221413" cy="2462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950" b="1">
                <a:latin typeface="Tenorite"/>
                <a:ea typeface="Tenorite"/>
                <a:cs typeface="Tenorite"/>
              </a:rPr>
              <a:t>Tip: </a:t>
            </a:r>
            <a:r>
              <a:rPr sz="1000" b="0" i="0">
                <a:solidFill>
                  <a:srgbClr val="444444"/>
                </a:solidFill>
                <a:latin typeface="Inter var"/>
                <a:ea typeface="Inter var"/>
                <a:cs typeface="Inter var"/>
              </a:rPr>
              <a:t>Only download the "web" rendition to keep your file size small.</a:t>
            </a:r>
            <a:endParaRPr sz="950">
              <a:latin typeface="Tenorite"/>
              <a:ea typeface="Tenorite"/>
              <a:cs typeface="Tenorite"/>
            </a:endParaRPr>
          </a:p>
        </p:txBody>
      </p:sp>
      <p:sp>
        <p:nvSpPr>
          <p:cNvPr id="21" name="Oval 20">
            <a:extLst xmlns:a="http://schemas.openxmlformats.org/drawingml/2006/main">
              <a:ext uri="{FF2B5EF4-FFF2-40B4-BE49-F238E27FC236}">
                <a16:creationId xmlns:a16="http://schemas.microsoft.com/office/drawing/2014/main" id="{F1CBC070-6AF4-B413-9D09-E8BC5F173EAC}"/>
              </a:ext>
            </a:extLst>
          </p:cNvPr>
          <p:cNvSpPr>
            <a:spLocks xmlns:a="http://schemas.openxmlformats.org/drawingml/2006/main" noGrp="1"/>
          </p:cNvSpPr>
          <p:nvPr/>
        </p:nvSpPr>
        <p:spPr>
          <a:xfrm xmlns:a="http://schemas.openxmlformats.org/drawingml/2006/main">
            <a:off x="3573293" y="1787605"/>
            <a:ext cx="356681" cy="288855"/>
          </a:xfrm>
          <a:prstGeom xmlns:a="http://schemas.openxmlformats.org/drawingml/2006/main" prst="ellipse">
            <a:avLst/>
          </a:prstGeom>
          <a:noFill xmlns:a="http://schemas.openxmlformats.org/drawingml/2006/main"/>
          <a:ln xmlns:a="http://schemas.openxmlformats.org/drawingml/2006/main" w="38100">
            <a:solidFill>
              <a:srgbClr val="C00000"/>
            </a:solidFill>
          </a:ln>
        </p:spPr>
        <p:txBody>
          <a:bodyPr xmlns:a="http://schemas.openxmlformats.org/drawingml/2006/main" wrap="none" anchor="ctr"/>
          <a:lstStyle xmlns:a="http://schemas.openxmlformats.org/drawingml/2006/main"/>
          <a:p xmlns:a="http://schemas.openxmlformats.org/drawingml/2006/main">
            <a:pPr algn="ctr">
              <a:buNone/>
            </a:pPr>
            <a:endParaRPr b="0" i="0">
              <a:latin typeface="Arial"/>
              <a:ea typeface="Arial"/>
              <a:cs typeface="Arial"/>
            </a:endParaRPr>
          </a:p>
        </p:txBody>
      </p:sp>
      <p:sp>
        <p:nvSpPr>
          <p:cNvPr id="22" name="Oval 21">
            <a:extLst xmlns:a="http://schemas.openxmlformats.org/drawingml/2006/main">
              <a:ext uri="{FF2B5EF4-FFF2-40B4-BE49-F238E27FC236}">
                <a16:creationId xmlns:a16="http://schemas.microsoft.com/office/drawing/2014/main" id="{DAF8EC12-BC79-02DA-0916-51B4A9DE00B1}"/>
              </a:ext>
            </a:extLst>
          </p:cNvPr>
          <p:cNvSpPr>
            <a:spLocks xmlns:a="http://schemas.openxmlformats.org/drawingml/2006/main" noGrp="1"/>
          </p:cNvSpPr>
          <p:nvPr/>
        </p:nvSpPr>
        <p:spPr>
          <a:xfrm xmlns:a="http://schemas.openxmlformats.org/drawingml/2006/main">
            <a:off x="5168630" y="3168932"/>
            <a:ext cx="564205" cy="288855"/>
          </a:xfrm>
          <a:prstGeom xmlns:a="http://schemas.openxmlformats.org/drawingml/2006/main" prst="ellipse">
            <a:avLst/>
          </a:prstGeom>
          <a:noFill xmlns:a="http://schemas.openxmlformats.org/drawingml/2006/main"/>
          <a:ln xmlns:a="http://schemas.openxmlformats.org/drawingml/2006/main" w="38100">
            <a:solidFill>
              <a:srgbClr val="C00000"/>
            </a:solidFill>
          </a:ln>
        </p:spPr>
        <p:txBody>
          <a:bodyPr xmlns:a="http://schemas.openxmlformats.org/drawingml/2006/main" wrap="none" anchor="ctr"/>
          <a:lstStyle xmlns:a="http://schemas.openxmlformats.org/drawingml/2006/main"/>
          <a:p xmlns:a="http://schemas.openxmlformats.org/drawingml/2006/main">
            <a:pPr algn="ctr">
              <a:buNone/>
            </a:pPr>
            <a:endParaRPr b="0" i="0">
              <a:latin typeface="Arial"/>
              <a:ea typeface="Arial"/>
              <a:cs typeface="Arial"/>
            </a:endParaRPr>
          </a:p>
        </p:txBody>
      </p:sp>
      <p:sp>
        <p:nvSpPr>
          <p:cNvPr id="5" name="TextBox 4">
            <a:extLst xmlns:a="http://schemas.openxmlformats.org/drawingml/2006/main">
              <a:ext uri="{FF2B5EF4-FFF2-40B4-BE49-F238E27FC236}">
                <a16:creationId xmlns:a16="http://schemas.microsoft.com/office/drawing/2014/main" id="{8D70B2CE-5234-CEDE-00D2-0776096E1B96}"/>
              </a:ext>
            </a:extLst>
          </p:cNvPr>
          <p:cNvSpPr>
            <a:spLocks xmlns:a="http://schemas.openxmlformats.org/drawingml/2006/main" noGrp="1"/>
          </p:cNvSpPr>
          <p:nvPr/>
        </p:nvSpPr>
        <p:spPr>
          <a:xfrm xmlns:a="http://schemas.openxmlformats.org/drawingml/2006/main">
            <a:off x="-223024" y="2237678"/>
            <a:ext cx="0" cy="0"/>
          </a:xfrm>
          <a:prstGeom xmlns:a="http://schemas.openxmlformats.org/drawingml/2006/main" prst="rect">
            <a:avLst/>
          </a:prstGeom>
        </p:spPr>
        <p:txBody>
          <a:bodyPr xmlns:a="http://schemas.openxmlformats.org/drawingml/2006/main" vert="horz" wrap="none" lIns="0" tIns="0" rIns="0" bIns="0">
            <a:noAutofit/>
          </a:bodyPr>
          <a:lstStyle xmlns:a="http://schemas.openxmlformats.org/drawingml/2006/main"/>
          <a:p xmlns:a="http://schemas.openxmlformats.org/drawingml/2006/main">
            <a:pPr marL="0" indent="0" algn="l">
              <a:spcBef>
                <a:spcPts val="0"/>
              </a:spcBef>
              <a:spcAft>
                <a:spcPts val="600"/>
              </a:spcAft>
              <a:buFontTx/>
              <a:buNone/>
            </a:pPr>
            <a:endParaRPr sz="1200" b="0" i="0">
              <a:solidFill>
                <a:schemeClr val="tx1"/>
              </a:solidFill>
              <a:latin typeface="Tenorite"/>
              <a:ea typeface="Tenorite"/>
              <a:cs typeface="Tenorite"/>
            </a:endParaRPr>
          </a:p>
        </p:txBody>
      </p:sp>
      <p:pic>
        <p:nvPicPr>
          <p:cNvPr id="38" name="Picture 10"/>
          <p:cNvPicPr>
            <a:picLocks xmlns:a="http://schemas.openxmlformats.org/drawingml/2006/main" noChangeAspect="1"/>
          </p:cNvPicPr>
          <p:nvPr/>
        </p:nvPicPr>
        <p:blipFill>
          <a:blip xmlns:r="http://schemas.openxmlformats.org/officeDocument/2006/relationships" xmlns:a="http://schemas.openxmlformats.org/drawingml/2006/main" r:embed="Rb24408315eab4014">
            <a:extLst>
              <a:ext uri="{96DAC541-7B7A-43D3-8B79-37D633B846F1}">
                <asvg:svgBlip xmlns:asvg="http://schemas.microsoft.com/office/drawing/2016/SVG/main" r:embed="R22eac88d6b7445ed"/>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Layouts/slideLayout43.xml><?xml version="1.0" encoding="utf-8"?>
<p:sldLayout xmlns:p="http://schemas.openxmlformats.org/presentationml/2006/main" preserve="1" userDrawn="1">
  <p:cSld name="Instructions: 1_Conversion step2">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B5E0BA63-AE05-7EEC-3108-F3127778F2C8}"/>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lvl1pPr>
              <a:buNone/>
              <a:defRPr b="0" i="0">
                <a:latin typeface="Tenorite"/>
                <a:ea typeface="Tenorite"/>
                <a:cs typeface="Tenorite"/>
              </a:defRPr>
            </a:lvl1pPr>
          </a:lstStyle>
          <a:p xmlns:a="http://schemas.openxmlformats.org/drawingml/2006/main">
            <a:r>
              <a:t>Member FINRA/SIPC</a:t>
            </a:r>
            <a:endParaRPr/>
          </a:p>
        </p:txBody>
      </p:sp>
      <p:sp>
        <p:nvSpPr>
          <p:cNvPr id="18" name="TextBox 17">
            <a:extLst xmlns:a="http://schemas.openxmlformats.org/drawingml/2006/main">
              <a:ext uri="{FF2B5EF4-FFF2-40B4-BE49-F238E27FC236}">
                <a16:creationId xmlns:a16="http://schemas.microsoft.com/office/drawing/2014/main" id="{55FE506B-E1A3-89C9-F34D-360F5B5A4BD9}"/>
              </a:ext>
            </a:extLst>
          </p:cNvPr>
          <p:cNvSpPr>
            <a:spLocks xmlns:a="http://schemas.openxmlformats.org/drawingml/2006/main" noGrp="1"/>
          </p:cNvSpPr>
          <p:nvPr/>
        </p:nvSpPr>
        <p:spPr>
          <a:xfrm xmlns:a="http://schemas.openxmlformats.org/drawingml/2006/main">
            <a:off x="466724" y="755231"/>
            <a:ext cx="8195482" cy="338554"/>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p xmlns:a="http://schemas.openxmlformats.org/drawingml/2006/main">
            <a:pPr marL="0" indent="-3657600" algn="l">
              <a:spcAft>
                <a:spcPts val="0"/>
              </a:spcAft>
              <a:buNone/>
            </a:pPr>
            <a:r>
              <a:rPr sz="2200" b="0" i="0" u="none" cap="none" spc="0">
                <a:ln>
                  <a:noFill/>
                </a:ln>
                <a:solidFill>
                  <a:schemeClr val="accent6"/>
                </a:solidFill>
                <a:latin typeface="Georgia"/>
                <a:ea typeface="Georgia"/>
                <a:cs typeface="Georgia"/>
              </a:rPr>
              <a:t>Apply the preloaded template styles to your content</a:t>
            </a:r>
            <a:endParaRPr sz="2200" b="0" i="0">
              <a:solidFill>
                <a:schemeClr val="accent6"/>
              </a:solidFill>
              <a:latin typeface="Georgia"/>
              <a:ea typeface="Georgia"/>
              <a:cs typeface="Georgia"/>
            </a:endParaRPr>
          </a:p>
        </p:txBody>
      </p:sp>
      <p:sp>
        <p:nvSpPr>
          <p:cNvPr id="13" name="Content Placeholder 4">
            <a:extLst xmlns:a="http://schemas.openxmlformats.org/drawingml/2006/main">
              <a:ext uri="{FF2B5EF4-FFF2-40B4-BE49-F238E27FC236}">
                <a16:creationId xmlns:a16="http://schemas.microsoft.com/office/drawing/2014/main" id="{7081DB98-AA88-E918-FAFD-5FB733FA657C}"/>
              </a:ext>
            </a:extLst>
          </p:cNvPr>
          <p:cNvSpPr>
            <a:spLocks xmlns:a="http://schemas.openxmlformats.org/drawingml/2006/main" noGrp="1"/>
          </p:cNvSpPr>
          <p:nvPr/>
        </p:nvSpPr>
        <p:spPr>
          <a:xfrm xmlns:a="http://schemas.openxmlformats.org/drawingml/2006/main">
            <a:off x="466726" y="3614043"/>
            <a:ext cx="3994747" cy="819909"/>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950">
                <a:solidFill>
                  <a:schemeClr val="accent5"/>
                </a:solidFill>
                <a:latin typeface="Tenorite"/>
                <a:ea typeface="Tenorite"/>
                <a:cs typeface="Tenorite"/>
              </a:rPr>
              <a:t>Apply the same steps to copy and paste any headlines, text, body copy, callouts, etc. from the previous presentations into the new template.</a:t>
            </a:r>
          </a:p>
        </p:txBody>
      </p:sp>
      <p:pic>
        <p:nvPicPr>
          <p:cNvPr id="27" name="Picture 13"/>
          <p:cNvPicPr>
            <a:picLocks xmlns:a="http://schemas.openxmlformats.org/drawingml/2006/main" noChangeAspect="1"/>
          </p:cNvPicPr>
          <p:nvPr/>
        </p:nvPicPr>
        <p:blipFill>
          <a:blip xmlns:r="http://schemas.openxmlformats.org/officeDocument/2006/relationships" xmlns:a="http://schemas.openxmlformats.org/drawingml/2006/main" r:embed="R39bd99deffeb4f85"/>
          <a:srcRect xmlns:a="http://schemas.openxmlformats.org/drawingml/2006/main" l="0" t="0" r="0" b="0"/>
          <a:stretch xmlns:a="http://schemas.openxmlformats.org/drawingml/2006/main"/>
        </p:blipFill>
        <p:spPr>
          <a:xfrm xmlns:a="http://schemas.openxmlformats.org/drawingml/2006/main">
            <a:off x="473085" y="1258579"/>
            <a:ext cx="3968033" cy="2231782"/>
          </a:xfrm>
          <a:prstGeom xmlns:a="http://schemas.openxmlformats.org/drawingml/2006/main" prst="rect">
            <a:avLst/>
          </a:prstGeom>
          <a:ln xmlns:a="http://schemas.openxmlformats.org/drawingml/2006/main">
            <a:solidFill>
              <a:schemeClr val="tx2"/>
            </a:solidFill>
          </a:ln>
        </p:spPr>
      </p:pic>
      <p:sp>
        <p:nvSpPr>
          <p:cNvPr id="15" name="Content Placeholder 4">
            <a:extLst xmlns:a="http://schemas.openxmlformats.org/drawingml/2006/main">
              <a:ext uri="{FF2B5EF4-FFF2-40B4-BE49-F238E27FC236}">
                <a16:creationId xmlns:a16="http://schemas.microsoft.com/office/drawing/2014/main" id="{565DEF72-C483-A3BF-3474-A859330FAE11}"/>
              </a:ext>
            </a:extLst>
          </p:cNvPr>
          <p:cNvSpPr>
            <a:spLocks xmlns:a="http://schemas.openxmlformats.org/drawingml/2006/main" noGrp="1"/>
          </p:cNvSpPr>
          <p:nvPr/>
        </p:nvSpPr>
        <p:spPr>
          <a:xfrm xmlns:a="http://schemas.openxmlformats.org/drawingml/2006/main">
            <a:off x="4695558" y="3614043"/>
            <a:ext cx="3973467" cy="819909"/>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400">
              <a:lnSpc>
                <a:spcPct val="100000"/>
              </a:lnSpc>
              <a:spcBef>
                <a:spcPts val="0"/>
              </a:spcBef>
              <a:spcAft>
                <a:spcPts val="900"/>
              </a:spcAft>
              <a:buFont typeface="Arial"/>
              <a:buNone/>
              <a:defRPr sz="1600" b="0" i="0" kern="1200">
                <a:solidFill>
                  <a:schemeClr val="tx2"/>
                </a:solidFill>
                <a:latin typeface="+mn-lt"/>
                <a:ea typeface="+mn-lt"/>
                <a:cs typeface="+mn-lt"/>
              </a:defRPr>
            </a:lvl1pPr>
            <a:lvl2pPr marL="0" indent="0" algn="l" defTabSz="914400">
              <a:lnSpc>
                <a:spcPct val="100000"/>
              </a:lnSpc>
              <a:spcBef>
                <a:spcPts val="0"/>
              </a:spcBef>
              <a:spcAft>
                <a:spcPts val="900"/>
              </a:spcAft>
              <a:buClr>
                <a:schemeClr val="tx2"/>
              </a:buClr>
              <a:buFontTx/>
              <a:buNone/>
              <a:tabLst>
                <a:tab pos="280988" algn="l"/>
              </a:tabLst>
              <a:defRPr sz="1800" b="1" i="0" kern="1200">
                <a:solidFill>
                  <a:schemeClr val="accent1"/>
                </a:solidFill>
                <a:latin typeface="+mn-lt"/>
                <a:ea typeface="+mn-lt"/>
                <a:cs typeface="+mn-lt"/>
              </a:defRPr>
            </a:lvl2pPr>
            <a:lvl3pPr marL="228600" indent="-227013" algn="l" defTabSz="292608">
              <a:lnSpc>
                <a:spcPct val="100000"/>
              </a:lnSpc>
              <a:spcBef>
                <a:spcPts val="0"/>
              </a:spcBef>
              <a:spcAft>
                <a:spcPts val="900"/>
              </a:spcAft>
              <a:buClr>
                <a:schemeClr val="accent2"/>
              </a:buClr>
              <a:buFont typeface="Arial"/>
              <a:buChar char="•"/>
              <a:tabLst>
                <a:tab pos="276225" algn="l"/>
                <a:tab pos="584200" algn="l"/>
              </a:tabLst>
              <a:defRPr sz="1600" b="0" i="0" kern="1200">
                <a:solidFill>
                  <a:schemeClr val="tx2"/>
                </a:solidFill>
                <a:latin typeface="+mn-lt"/>
                <a:ea typeface="+mn-lt"/>
                <a:cs typeface="+mn-lt"/>
              </a:defRPr>
            </a:lvl3pPr>
            <a:lvl4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i="0" kern="1200">
                <a:solidFill>
                  <a:schemeClr val="tx2"/>
                </a:solidFill>
                <a:latin typeface="+mn-lt"/>
                <a:ea typeface="+mn-lt"/>
                <a:cs typeface="+mn-lt"/>
              </a:defRPr>
            </a:lvl4pPr>
            <a:lvl5pPr marL="457200" indent="-228600" algn="l" defTabSz="292608">
              <a:lnSpc>
                <a:spcPct val="100000"/>
              </a:lnSpc>
              <a:spcBef>
                <a:spcPts val="0"/>
              </a:spcBef>
              <a:spcAft>
                <a:spcPts val="900"/>
              </a:spcAft>
              <a:buClr>
                <a:schemeClr val="accent2"/>
              </a:buClr>
              <a:buSzPct val="80000"/>
              <a:buFont typeface="Arial Unicode MS"/>
              <a:buChar char="￮"/>
              <a:tabLst>
                <a:tab pos="292608" algn="l"/>
                <a:tab pos="585216" algn="l"/>
              </a:tabLst>
              <a:defRPr sz="1600" b="0" kern="1200">
                <a:solidFill>
                  <a:schemeClr val="tx2"/>
                </a:solidFill>
                <a:latin typeface="+mn-lt"/>
                <a:ea typeface="+mn-lt"/>
                <a:cs typeface="+mn-lt"/>
              </a:defRPr>
            </a:lvl5pPr>
            <a:lvl6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6pPr>
            <a:lvl7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7pPr>
            <a:lvl8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8pPr>
            <a:lvl9pPr marL="457200" indent="-228600" algn="l" defTabSz="914400">
              <a:lnSpc>
                <a:spcPct val="100000"/>
              </a:lnSpc>
              <a:spcBef>
                <a:spcPts val="0"/>
              </a:spcBef>
              <a:spcAft>
                <a:spcPts val="900"/>
              </a:spcAft>
              <a:buClr>
                <a:schemeClr val="accent2"/>
              </a:buClr>
              <a:buSzPct val="80000"/>
              <a:buFont typeface="Arial Unicode MS"/>
              <a:buChar char="￮"/>
              <a:defRPr sz="1600" b="0" i="0" kern="1200">
                <a:solidFill>
                  <a:schemeClr val="tx2"/>
                </a:solidFill>
                <a:latin typeface="+mn-lt"/>
                <a:ea typeface="+mn-lt"/>
                <a:cs typeface="+mn-lt"/>
              </a:defRPr>
            </a:lvl9pPr>
          </a:lstStyle>
          <a:p xmlns:a="http://schemas.openxmlformats.org/drawingml/2006/main">
            <a:r>
              <a:rPr sz="950">
                <a:solidFill>
                  <a:schemeClr val="accent5"/>
                </a:solidFill>
                <a:latin typeface="Tenorite"/>
                <a:ea typeface="Tenorite"/>
                <a:cs typeface="Tenorite"/>
              </a:rPr>
              <a:t>Once all content is copied over, the preloaded indent styles can be applied to the paragraphs as needed (Subheads, bullets, etc.)</a:t>
            </a:r>
          </a:p>
        </p:txBody>
      </p:sp>
      <p:pic>
        <p:nvPicPr>
          <p:cNvPr id="29" name="Picture 16"/>
          <p:cNvPicPr>
            <a:picLocks xmlns:a="http://schemas.openxmlformats.org/drawingml/2006/main" noChangeAspect="1"/>
          </p:cNvPicPr>
          <p:nvPr/>
        </p:nvPicPr>
        <p:blipFill>
          <a:blip xmlns:r="http://schemas.openxmlformats.org/officeDocument/2006/relationships" xmlns:a="http://schemas.openxmlformats.org/drawingml/2006/main" r:embed="R586bc53605e64d53"/>
          <a:srcRect xmlns:a="http://schemas.openxmlformats.org/drawingml/2006/main" l="0" t="0" r="0" b="0"/>
          <a:stretch xmlns:a="http://schemas.openxmlformats.org/drawingml/2006/main"/>
        </p:blipFill>
        <p:spPr>
          <a:xfrm xmlns:a="http://schemas.openxmlformats.org/drawingml/2006/main">
            <a:off x="4697169" y="1257039"/>
            <a:ext cx="3965037" cy="2233877"/>
          </a:xfrm>
          <a:prstGeom xmlns:a="http://schemas.openxmlformats.org/drawingml/2006/main" prst="rect">
            <a:avLst/>
          </a:prstGeom>
          <a:ln xmlns:a="http://schemas.openxmlformats.org/drawingml/2006/main">
            <a:solidFill>
              <a:schemeClr val="tx2"/>
            </a:solidFill>
          </a:ln>
        </p:spPr>
      </p:pic>
      <p:sp>
        <p:nvSpPr>
          <p:cNvPr id="3" name="Rectangle 2">
            <a:extLst xmlns:a="http://schemas.openxmlformats.org/drawingml/2006/main">
              <a:ext uri="{FF2B5EF4-FFF2-40B4-BE49-F238E27FC236}">
                <a16:creationId xmlns:a16="http://schemas.microsoft.com/office/drawing/2014/main" id="{3078714A-3773-889C-F2B6-6DE1F7DF50FF}"/>
              </a:ext>
            </a:extLst>
          </p:cNvPr>
          <p:cNvSpPr>
            <a:spLocks xmlns:a="http://schemas.openxmlformats.org/drawingml/2006/main" noGrp="1"/>
          </p:cNvSpPr>
          <p:nvPr/>
        </p:nvSpPr>
        <p:spPr>
          <a:xfrm xmlns:a="http://schemas.openxmlformats.org/drawingml/2006/main">
            <a:off x="0" y="-1"/>
            <a:ext cx="9144000" cy="34096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400" b="1">
                <a:solidFill>
                  <a:schemeClr val="accent5"/>
                </a:solidFill>
              </a:rPr>
              <a:t>PLEASE READ THIS INSTRUCTION SLIDE BEFORE USING THE TEMPLATE</a:t>
            </a:r>
          </a:p>
        </p:txBody>
      </p:sp>
      <p:pic>
        <p:nvPicPr>
          <p:cNvPr id="31"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a4cc4f4951be445c"/>
          <a:srcRect xmlns:a="http://schemas.openxmlformats.org/drawingml/2006/main" l="0" t="0" r="0" b="0"/>
          <a:stretch xmlns:a="http://schemas.openxmlformats.org/drawingml/2006/main"/>
        </p:blipFill>
        <p:spPr>
          <a:xfrm xmlns:a="http://schemas.openxmlformats.org/drawingml/2006/main">
            <a:off x="2350674" y="1741197"/>
            <a:ext cx="803377" cy="487653"/>
          </a:xfrm>
          <a:prstGeom xmlns:a="http://schemas.openxmlformats.org/drawingml/2006/main" prst="rect">
            <a:avLst/>
          </a:prstGeom>
        </p:spPr>
      </p:pic>
      <p:pic>
        <p:nvPicPr>
          <p:cNvPr id="32" name="Picture 15"/>
          <p:cNvPicPr>
            <a:picLocks xmlns:a="http://schemas.openxmlformats.org/drawingml/2006/main" noChangeAspect="1"/>
          </p:cNvPicPr>
          <p:nvPr/>
        </p:nvPicPr>
        <p:blipFill>
          <a:blip xmlns:r="http://schemas.openxmlformats.org/officeDocument/2006/relationships" xmlns:a="http://schemas.openxmlformats.org/drawingml/2006/main" r:embed="R4ad4989d44de47b3"/>
          <a:stretch xmlns:a="http://schemas.openxmlformats.org/drawingml/2006/main">
            <a:fillRect l="0" t="0" r="0" b="0"/>
          </a:stretch>
        </p:blipFill>
        <p:spPr>
          <a:xfrm xmlns:a="http://schemas.openxmlformats.org/drawingml/2006/main">
            <a:off x="2730793" y="2144885"/>
            <a:ext cx="432783" cy="432783"/>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AF50D556-3243-10D7-9AAD-69EF89A954D1}"/>
              </a:ext>
            </a:extLst>
          </p:cNvPr>
          <p:cNvSpPr>
            <a:spLocks xmlns:a="http://schemas.openxmlformats.org/drawingml/2006/main" noGrp="1"/>
          </p:cNvSpPr>
          <p:nvPr/>
        </p:nvSpPr>
        <p:spPr>
          <a:xfrm xmlns:a="http://schemas.openxmlformats.org/drawingml/2006/main">
            <a:off x="8458200" y="4859338"/>
            <a:ext cx="228600" cy="118872"/>
          </a:xfrm>
          <a:prstGeom xmlns:a="http://schemas.openxmlformats.org/drawingml/2006/main" prst="rect">
            <a:avLst/>
          </a:prstGeom>
        </p:spPr>
        <p:txBody>
          <a:bodyPr xmlns:a="http://schemas.openxmlformats.org/drawingml/2006/main" vert="horz" wrap="square" lIns="0" tIns="0" rIns="0" bIns="0" anchor="b">
            <a:noAutofit/>
          </a:bodyPr>
          <a:lstStyle xmlns:a="http://schemas.openxmlformats.org/drawingml/2006/main"/>
          <a:p xmlns:a="http://schemas.openxmlformats.org/drawingml/2006/main">
            <a:pPr marL="0" indent="0" algn="r">
              <a:spcBef>
                <a:spcPts val="0"/>
              </a:spcBef>
              <a:spcAft>
                <a:spcPts val="600"/>
              </a:spcAft>
              <a:buFontTx/>
              <a:buNone/>
            </a:pPr>
            <a:fld id="{6911B07B-868C-4742-9006-30D57F1721BE}" type="slidenum">
              <a:rPr sz="600" b="0" i="0">
                <a:solidFill>
                  <a:schemeClr val="tx1"/>
                </a:solidFill>
                <a:latin typeface="Tenorite"/>
                <a:ea typeface="Tenorite"/>
                <a:cs typeface="Tenorite"/>
              </a:rPr>
              <a:t>‹#›</a:t>
            </a:fld>
            <a:endParaRPr sz="600" b="0" i="0">
              <a:solidFill>
                <a:schemeClr val="tx1"/>
              </a:solidFill>
              <a:latin typeface="Tenorite"/>
              <a:ea typeface="Tenorite"/>
              <a:cs typeface="Tenorite"/>
            </a:endParaRPr>
          </a:p>
        </p:txBody>
      </p:sp>
      <p:pic>
        <p:nvPicPr>
          <p:cNvPr id="34" name="Picture 10"/>
          <p:cNvPicPr>
            <a:picLocks xmlns:a="http://schemas.openxmlformats.org/drawingml/2006/main" noChangeAspect="1"/>
          </p:cNvPicPr>
          <p:nvPr/>
        </p:nvPicPr>
        <p:blipFill>
          <a:blip xmlns:r="http://schemas.openxmlformats.org/officeDocument/2006/relationships" xmlns:a="http://schemas.openxmlformats.org/drawingml/2006/main" r:embed="Rd6ac58fca0284c60">
            <a:extLst>
              <a:ext uri="{96DAC541-7B7A-43D3-8B79-37D633B846F1}">
                <asvg:svgBlip xmlns:asvg="http://schemas.microsoft.com/office/drawing/2016/SVG/main" r:embed="R063f0558dbfd4fb8"/>
              </a:ext>
            </a:extLst>
          </a:blip>
          <a:srcRect xmlns:a="http://schemas.openxmlformats.org/drawingml/2006/main" l="0" t="0" r="0" b="0"/>
          <a:stretch xmlns:a="http://schemas.openxmlformats.org/drawingml/2006/main"/>
        </p:blipFill>
        <p:spPr>
          <a:xfrm xmlns:a="http://schemas.openxmlformats.org/drawingml/2006/main">
            <a:off x="461811" y="4845716"/>
            <a:ext cx="1044878" cy="132683"/>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a89d5e12fb48fb" /><Relationship Type="http://schemas.openxmlformats.org/officeDocument/2006/relationships/slideLayout" Target="/ppt/slideLayouts/slideLayout1.xml" Id="Rc97a729688dc41e4" /><Relationship Type="http://schemas.openxmlformats.org/officeDocument/2006/relationships/slideLayout" Target="/ppt/slideLayouts/slideLayout2.xml" Id="R3f8cc96ae9384211" /><Relationship Type="http://schemas.openxmlformats.org/officeDocument/2006/relationships/slideLayout" Target="/ppt/slideLayouts/slideLayout3.xml" Id="R3a8684cf6e0947d9" /><Relationship Type="http://schemas.openxmlformats.org/officeDocument/2006/relationships/slideLayout" Target="/ppt/slideLayouts/slideLayout4.xml" Id="R0685c9578acb404e" /><Relationship Type="http://schemas.openxmlformats.org/officeDocument/2006/relationships/slideLayout" Target="/ppt/slideLayouts/slideLayout5.xml" Id="R8c6cca120613417f" /><Relationship Type="http://schemas.openxmlformats.org/officeDocument/2006/relationships/slideLayout" Target="/ppt/slideLayouts/slideLayout6.xml" Id="R7a241edd60de4cfb" /><Relationship Type="http://schemas.openxmlformats.org/officeDocument/2006/relationships/slideLayout" Target="/ppt/slideLayouts/slideLayout7.xml" Id="R3f4f86d252b34468" /><Relationship Type="http://schemas.openxmlformats.org/officeDocument/2006/relationships/slideLayout" Target="/ppt/slideLayouts/slideLayout8.xml" Id="R24e499716c3c40c3" /><Relationship Type="http://schemas.openxmlformats.org/officeDocument/2006/relationships/slideLayout" Target="/ppt/slideLayouts/slideLayout9.xml" Id="R186a83c01dfb47ac" /><Relationship Type="http://schemas.openxmlformats.org/officeDocument/2006/relationships/slideLayout" Target="/ppt/slideLayouts/slideLayout10.xml" Id="Rdb1703161746418f" /><Relationship Type="http://schemas.openxmlformats.org/officeDocument/2006/relationships/slideLayout" Target="/ppt/slideLayouts/slideLayout11.xml" Id="R74bf17c1184f44f2" /><Relationship Type="http://schemas.openxmlformats.org/officeDocument/2006/relationships/slideLayout" Target="/ppt/slideLayouts/slideLayout12.xml" Id="R242a8f6421fc40aa" /><Relationship Type="http://schemas.openxmlformats.org/officeDocument/2006/relationships/slideLayout" Target="/ppt/slideLayouts/slideLayout13.xml" Id="Rc38a305c644f413f" /><Relationship Type="http://schemas.openxmlformats.org/officeDocument/2006/relationships/slideLayout" Target="/ppt/slideLayouts/slideLayout14.xml" Id="R9b1c50d982914ae5" /><Relationship Type="http://schemas.openxmlformats.org/officeDocument/2006/relationships/slideLayout" Target="/ppt/slideLayouts/slideLayout15.xml" Id="R38e42f32cba84fc4" /><Relationship Type="http://schemas.openxmlformats.org/officeDocument/2006/relationships/slideLayout" Target="/ppt/slideLayouts/slideLayout16.xml" Id="Rebb23bf17f454541" /><Relationship Type="http://schemas.openxmlformats.org/officeDocument/2006/relationships/slideLayout" Target="/ppt/slideLayouts/slideLayout17.xml" Id="R2e63c64f25e44082" /><Relationship Type="http://schemas.openxmlformats.org/officeDocument/2006/relationships/slideLayout" Target="/ppt/slideLayouts/slideLayout18.xml" Id="Rd89f2dfa293a485d" /><Relationship Type="http://schemas.openxmlformats.org/officeDocument/2006/relationships/slideLayout" Target="/ppt/slideLayouts/slideLayout19.xml" Id="Rd7968753dcfe49f7" /><Relationship Type="http://schemas.openxmlformats.org/officeDocument/2006/relationships/slideLayout" Target="/ppt/slideLayouts/slideLayout20.xml" Id="Rbd776851e63c4d47" /><Relationship Type="http://schemas.openxmlformats.org/officeDocument/2006/relationships/slideLayout" Target="/ppt/slideLayouts/slideLayout21.xml" Id="Rc155c53ee955455e" /><Relationship Type="http://schemas.openxmlformats.org/officeDocument/2006/relationships/slideLayout" Target="/ppt/slideLayouts/slideLayout22.xml" Id="R6d187fe379ee43e7" /><Relationship Type="http://schemas.openxmlformats.org/officeDocument/2006/relationships/slideLayout" Target="/ppt/slideLayouts/slideLayout23.xml" Id="R5cf486d723824d78" /><Relationship Type="http://schemas.openxmlformats.org/officeDocument/2006/relationships/slideLayout" Target="/ppt/slideLayouts/slideLayout24.xml" Id="R8a981e7d70e14240" /><Relationship Type="http://schemas.openxmlformats.org/officeDocument/2006/relationships/slideLayout" Target="/ppt/slideLayouts/slideLayout25.xml" Id="R13986202c13a42c5" /><Relationship Type="http://schemas.openxmlformats.org/officeDocument/2006/relationships/slideLayout" Target="/ppt/slideLayouts/slideLayout26.xml" Id="R67c8a20dade24101" /><Relationship Type="http://schemas.openxmlformats.org/officeDocument/2006/relationships/slideLayout" Target="/ppt/slideLayouts/slideLayout27.xml" Id="R48b89db408294509" /><Relationship Type="http://schemas.openxmlformats.org/officeDocument/2006/relationships/slideLayout" Target="/ppt/slideLayouts/slideLayout28.xml" Id="R24a092135b844490" /><Relationship Type="http://schemas.openxmlformats.org/officeDocument/2006/relationships/slideLayout" Target="/ppt/slideLayouts/slideLayout29.xml" Id="R1f6346ff53ff4d6b" /><Relationship Type="http://schemas.openxmlformats.org/officeDocument/2006/relationships/slideLayout" Target="/ppt/slideLayouts/slideLayout30.xml" Id="R548f7f9763fd4cb4" /><Relationship Type="http://schemas.openxmlformats.org/officeDocument/2006/relationships/slideLayout" Target="/ppt/slideLayouts/slideLayout31.xml" Id="Rd001c3895b2d4c0a" /><Relationship Type="http://schemas.openxmlformats.org/officeDocument/2006/relationships/slideLayout" Target="/ppt/slideLayouts/slideLayout32.xml" Id="R73c28f47c909402b" /><Relationship Type="http://schemas.openxmlformats.org/officeDocument/2006/relationships/slideLayout" Target="/ppt/slideLayouts/slideLayout33.xml" Id="Rbe5b3f30eeae41cc" /><Relationship Type="http://schemas.openxmlformats.org/officeDocument/2006/relationships/slideLayout" Target="/ppt/slideLayouts/slideLayout34.xml" Id="R581de881de494379" /><Relationship Type="http://schemas.openxmlformats.org/officeDocument/2006/relationships/slideLayout" Target="/ppt/slideLayouts/slideLayout35.xml" Id="R8a73ef7ca6bd4ed2" /><Relationship Type="http://schemas.openxmlformats.org/officeDocument/2006/relationships/slideLayout" Target="/ppt/slideLayouts/slideLayout36.xml" Id="Rdb167f8f91aa4449" /><Relationship Type="http://schemas.openxmlformats.org/officeDocument/2006/relationships/slideLayout" Target="/ppt/slideLayouts/slideLayout37.xml" Id="Rcb25f5d5fe864143" /><Relationship Type="http://schemas.openxmlformats.org/officeDocument/2006/relationships/slideLayout" Target="/ppt/slideLayouts/slideLayout38.xml" Id="R0a120ab164cb48a1" /><Relationship Type="http://schemas.openxmlformats.org/officeDocument/2006/relationships/slideLayout" Target="/ppt/slideLayouts/slideLayout39.xml" Id="Rae9a0c93836c4cfd" /><Relationship Type="http://schemas.openxmlformats.org/officeDocument/2006/relationships/slideLayout" Target="/ppt/slideLayouts/slideLayout40.xml" Id="Re8f53cc5fdb14fbd" /><Relationship Type="http://schemas.openxmlformats.org/officeDocument/2006/relationships/slideLayout" Target="/ppt/slideLayouts/slideLayout41.xml" Id="R11f6d21d301e4184" /><Relationship Type="http://schemas.openxmlformats.org/officeDocument/2006/relationships/slideLayout" Target="/ppt/slideLayouts/slideLayout42.xml" Id="R40a3715493124d0a" /><Relationship Type="http://schemas.openxmlformats.org/officeDocument/2006/relationships/slideLayout" Target="/ppt/slideLayouts/slideLayout43.xml" Id="Ra6fd318114e04c09"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Placeholder 1">
            <a:extLst xmlns:a="http://schemas.openxmlformats.org/drawingml/2006/main">
              <a:ext uri="{FF2B5EF4-FFF2-40B4-BE49-F238E27FC236}">
                <a16:creationId xmlns:a16="http://schemas.microsoft.com/office/drawing/2014/main" id="{2A055C24-185A-8945-8709-4082A896B3E8}"/>
              </a:ext>
            </a:extLst>
          </p:cNvPr>
          <p:cNvSpPr>
            <a:spLocks xmlns:a="http://schemas.openxmlformats.org/drawingml/2006/main" noGrp="1"/>
          </p:cNvSpPr>
          <p:nvPr>
            <p:ph type="title" idx="0"/>
          </p:nvPr>
        </p:nvSpPr>
        <p:spPr>
          <a:xfrm xmlns:a="http://schemas.openxmlformats.org/drawingml/2006/main">
            <a:off x="457200" y="429768"/>
            <a:ext cx="8226425" cy="338554"/>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r>
              <a:t>Click to edit Master title style</a:t>
            </a:r>
            <a:endParaRPr/>
          </a:p>
        </p:txBody>
      </p:sp>
      <p:sp>
        <p:nvSpPr>
          <p:cNvPr id="7" name="Text Placeholder 2">
            <a:extLst xmlns:a="http://schemas.openxmlformats.org/drawingml/2006/main">
              <a:ext uri="{FF2B5EF4-FFF2-40B4-BE49-F238E27FC236}">
                <a16:creationId xmlns:a16="http://schemas.microsoft.com/office/drawing/2014/main" id="{A2ABE579-B323-BE45-BFB1-AD7DF452F84A}"/>
              </a:ext>
            </a:extLst>
          </p:cNvPr>
          <p:cNvSpPr>
            <a:spLocks xmlns:a="http://schemas.openxmlformats.org/drawingml/2006/main" noGrp="1"/>
          </p:cNvSpPr>
          <p:nvPr>
            <p:ph type="body" idx="1"/>
          </p:nvPr>
        </p:nvSpPr>
        <p:spPr>
          <a:xfrm xmlns:a="http://schemas.openxmlformats.org/drawingml/2006/main">
            <a:off x="457199" y="832104"/>
            <a:ext cx="3981451" cy="3854203"/>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a:p xmlns:a="http://schemas.openxmlformats.org/drawingml/2006/main">
            <a:pPr lvl="5">
              <a:buNone/>
            </a:pPr>
            <a:r>
              <a:t>Sixth</a:t>
            </a:r>
          </a:p>
          <a:p xmlns:a="http://schemas.openxmlformats.org/drawingml/2006/main">
            <a:pPr lvl="6">
              <a:buNone/>
            </a:pPr>
            <a:r>
              <a:t>Seventh</a:t>
            </a:r>
          </a:p>
          <a:p xmlns:a="http://schemas.openxmlformats.org/drawingml/2006/main">
            <a:pPr lvl="7">
              <a:buNone/>
            </a:pPr>
            <a:r>
              <a:t>Eighth</a:t>
            </a:r>
          </a:p>
          <a:p xmlns:a="http://schemas.openxmlformats.org/drawingml/2006/main">
            <a:pPr lvl="8">
              <a:buNone/>
            </a:pPr>
            <a:r>
              <a:t>Ninth</a:t>
            </a:r>
          </a:p>
        </p:txBody>
      </p:sp>
      <p:sp>
        <p:nvSpPr>
          <p:cNvPr id="11" name="Footer Placeholder 10">
            <a:extLst xmlns:a="http://schemas.openxmlformats.org/drawingml/2006/main">
              <a:ext uri="{FF2B5EF4-FFF2-40B4-BE49-F238E27FC236}">
                <a16:creationId xmlns:a16="http://schemas.microsoft.com/office/drawing/2014/main" id="{DA370979-9BF7-3C0F-1D6C-D14C716CEE67}"/>
              </a:ext>
            </a:extLst>
          </p:cNvPr>
          <p:cNvSpPr>
            <a:spLocks xmlns:a="http://schemas.openxmlformats.org/drawingml/2006/main" noGrp="1"/>
          </p:cNvSpPr>
          <p:nvPr>
            <p:ph type="ftr" idx="3"/>
          </p:nvPr>
        </p:nvSpPr>
        <p:spPr>
          <a:xfrm xmlns:a="http://schemas.openxmlformats.org/drawingml/2006/main">
            <a:off x="6124575" y="4859338"/>
            <a:ext cx="2302100" cy="11776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600" b="0" i="0">
                <a:solidFill>
                  <a:schemeClr val="tx1"/>
                </a:solidFill>
                <a:latin typeface="Tenorite"/>
                <a:ea typeface="Tenorite"/>
                <a:cs typeface="Tenorite"/>
              </a:defRPr>
            </a:lvl1pPr>
            <a:lvl2pPr marL="0" algn="r">
              <a:buNone/>
              <a:defRPr sz="600">
                <a:latin typeface="+mn-lt"/>
                <a:ea typeface="+mn-lt"/>
                <a:cs typeface="+mn-lt"/>
              </a:defRPr>
            </a:lvl2pPr>
            <a:lvl3pPr marL="0" algn="r">
              <a:buNone/>
              <a:defRPr sz="600">
                <a:solidFill>
                  <a:schemeClr val="tx1"/>
                </a:solidFill>
                <a:latin typeface="+mn-lt"/>
                <a:ea typeface="+mn-lt"/>
                <a:cs typeface="+mn-lt"/>
              </a:defRPr>
            </a:lvl3pPr>
            <a:lvl4pPr marL="0" algn="r">
              <a:buNone/>
              <a:defRPr sz="600">
                <a:solidFill>
                  <a:schemeClr val="tx1"/>
                </a:solidFill>
                <a:latin typeface="+mn-lt"/>
                <a:ea typeface="+mn-lt"/>
                <a:cs typeface="+mn-lt"/>
              </a:defRPr>
            </a:lvl4pPr>
            <a:lvl5pPr marL="0" algn="r">
              <a:buNone/>
              <a:defRPr sz="600">
                <a:solidFill>
                  <a:schemeClr val="tx1"/>
                </a:solidFill>
                <a:latin typeface="+mn-lt"/>
                <a:ea typeface="+mn-lt"/>
                <a:cs typeface="+mn-lt"/>
              </a:defRPr>
            </a:lvl5pPr>
            <a:lvl6pPr marL="0" algn="r">
              <a:buNone/>
              <a:defRPr sz="600">
                <a:solidFill>
                  <a:schemeClr val="tx1"/>
                </a:solidFill>
                <a:latin typeface="+mn-lt"/>
                <a:ea typeface="+mn-lt"/>
                <a:cs typeface="+mn-lt"/>
              </a:defRPr>
            </a:lvl6pPr>
            <a:lvl7pPr marL="0" algn="r">
              <a:buNone/>
              <a:defRPr sz="600">
                <a:solidFill>
                  <a:schemeClr val="tx1"/>
                </a:solidFill>
                <a:latin typeface="+mn-lt"/>
                <a:ea typeface="+mn-lt"/>
                <a:cs typeface="+mn-lt"/>
              </a:defRPr>
            </a:lvl7pPr>
            <a:lvl8pPr marL="0" algn="r">
              <a:buNone/>
              <a:defRPr sz="600">
                <a:solidFill>
                  <a:schemeClr val="tx1"/>
                </a:solidFill>
                <a:latin typeface="+mn-lt"/>
                <a:ea typeface="+mn-lt"/>
                <a:cs typeface="+mn-lt"/>
              </a:defRPr>
            </a:lvl8pPr>
            <a:lvl9pPr marL="0" algn="r">
              <a:buNone/>
              <a:defRPr sz="600">
                <a:solidFill>
                  <a:schemeClr val="tx1"/>
                </a:solidFill>
                <a:latin typeface="+mn-lt"/>
                <a:ea typeface="+mn-lt"/>
                <a:cs typeface="+mn-lt"/>
              </a:defRPr>
            </a:lvl9pPr>
          </a:lstStyle>
          <a:p xmlns:a="http://schemas.openxmlformats.org/drawingml/2006/main">
            <a:r>
              <a:t>Member FINRA/SIPC</a:t>
            </a: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7a729688dc41e4"/>
    <p:sldLayoutId xmlns:r="http://schemas.openxmlformats.org/officeDocument/2006/relationships" id="2147483650" r:id="R3f8cc96ae9384211"/>
    <p:sldLayoutId xmlns:r="http://schemas.openxmlformats.org/officeDocument/2006/relationships" id="2147483651" r:id="R3a8684cf6e0947d9"/>
    <p:sldLayoutId xmlns:r="http://schemas.openxmlformats.org/officeDocument/2006/relationships" id="2147483652" r:id="R0685c9578acb404e"/>
    <p:sldLayoutId xmlns:r="http://schemas.openxmlformats.org/officeDocument/2006/relationships" id="2147483653" r:id="R8c6cca120613417f"/>
    <p:sldLayoutId xmlns:r="http://schemas.openxmlformats.org/officeDocument/2006/relationships" id="2147483654" r:id="R7a241edd60de4cfb"/>
    <p:sldLayoutId xmlns:r="http://schemas.openxmlformats.org/officeDocument/2006/relationships" id="2147483655" r:id="R3f4f86d252b34468"/>
    <p:sldLayoutId xmlns:r="http://schemas.openxmlformats.org/officeDocument/2006/relationships" id="2147483656" r:id="R24e499716c3c40c3"/>
    <p:sldLayoutId xmlns:r="http://schemas.openxmlformats.org/officeDocument/2006/relationships" id="2147483657" r:id="R186a83c01dfb47ac"/>
    <p:sldLayoutId xmlns:r="http://schemas.openxmlformats.org/officeDocument/2006/relationships" id="2147483658" r:id="Rdb1703161746418f"/>
    <p:sldLayoutId xmlns:r="http://schemas.openxmlformats.org/officeDocument/2006/relationships" id="2147483659" r:id="R74bf17c1184f44f2"/>
    <p:sldLayoutId xmlns:r="http://schemas.openxmlformats.org/officeDocument/2006/relationships" id="2147483660" r:id="R242a8f6421fc40aa"/>
    <p:sldLayoutId xmlns:r="http://schemas.openxmlformats.org/officeDocument/2006/relationships" id="2147483661" r:id="Rc38a305c644f413f"/>
    <p:sldLayoutId xmlns:r="http://schemas.openxmlformats.org/officeDocument/2006/relationships" id="2147483662" r:id="R9b1c50d982914ae5"/>
    <p:sldLayoutId xmlns:r="http://schemas.openxmlformats.org/officeDocument/2006/relationships" id="2147483663" r:id="R38e42f32cba84fc4"/>
    <p:sldLayoutId xmlns:r="http://schemas.openxmlformats.org/officeDocument/2006/relationships" id="2147483664" r:id="Rebb23bf17f454541"/>
    <p:sldLayoutId xmlns:r="http://schemas.openxmlformats.org/officeDocument/2006/relationships" id="2147483665" r:id="R2e63c64f25e44082"/>
    <p:sldLayoutId xmlns:r="http://schemas.openxmlformats.org/officeDocument/2006/relationships" id="2147483666" r:id="Rd89f2dfa293a485d"/>
    <p:sldLayoutId xmlns:r="http://schemas.openxmlformats.org/officeDocument/2006/relationships" id="2147483667" r:id="Rd7968753dcfe49f7"/>
    <p:sldLayoutId xmlns:r="http://schemas.openxmlformats.org/officeDocument/2006/relationships" id="2147483668" r:id="Rbd776851e63c4d47"/>
    <p:sldLayoutId xmlns:r="http://schemas.openxmlformats.org/officeDocument/2006/relationships" id="2147483669" r:id="Rc155c53ee955455e"/>
    <p:sldLayoutId xmlns:r="http://schemas.openxmlformats.org/officeDocument/2006/relationships" id="2147483670" r:id="R6d187fe379ee43e7"/>
    <p:sldLayoutId xmlns:r="http://schemas.openxmlformats.org/officeDocument/2006/relationships" id="2147483671" r:id="R5cf486d723824d78"/>
    <p:sldLayoutId xmlns:r="http://schemas.openxmlformats.org/officeDocument/2006/relationships" id="2147483672" r:id="R8a981e7d70e14240"/>
    <p:sldLayoutId xmlns:r="http://schemas.openxmlformats.org/officeDocument/2006/relationships" id="2147483673" r:id="R13986202c13a42c5"/>
    <p:sldLayoutId xmlns:r="http://schemas.openxmlformats.org/officeDocument/2006/relationships" id="2147483674" r:id="R67c8a20dade24101"/>
    <p:sldLayoutId xmlns:r="http://schemas.openxmlformats.org/officeDocument/2006/relationships" id="2147483675" r:id="R48b89db408294509"/>
    <p:sldLayoutId xmlns:r="http://schemas.openxmlformats.org/officeDocument/2006/relationships" id="2147483676" r:id="R24a092135b844490"/>
    <p:sldLayoutId xmlns:r="http://schemas.openxmlformats.org/officeDocument/2006/relationships" id="2147483677" r:id="R1f6346ff53ff4d6b"/>
    <p:sldLayoutId xmlns:r="http://schemas.openxmlformats.org/officeDocument/2006/relationships" id="2147483678" r:id="R548f7f9763fd4cb4"/>
    <p:sldLayoutId xmlns:r="http://schemas.openxmlformats.org/officeDocument/2006/relationships" id="2147483679" r:id="Rd001c3895b2d4c0a"/>
    <p:sldLayoutId xmlns:r="http://schemas.openxmlformats.org/officeDocument/2006/relationships" id="2147483680" r:id="R73c28f47c909402b"/>
    <p:sldLayoutId xmlns:r="http://schemas.openxmlformats.org/officeDocument/2006/relationships" id="2147483681" r:id="Rbe5b3f30eeae41cc"/>
    <p:sldLayoutId xmlns:r="http://schemas.openxmlformats.org/officeDocument/2006/relationships" id="2147483682" r:id="R581de881de494379"/>
    <p:sldLayoutId xmlns:r="http://schemas.openxmlformats.org/officeDocument/2006/relationships" id="2147483683" r:id="R8a73ef7ca6bd4ed2"/>
    <p:sldLayoutId xmlns:r="http://schemas.openxmlformats.org/officeDocument/2006/relationships" id="2147483684" r:id="Rdb167f8f91aa4449"/>
    <p:sldLayoutId xmlns:r="http://schemas.openxmlformats.org/officeDocument/2006/relationships" id="2147483685" r:id="Rcb25f5d5fe864143"/>
    <p:sldLayoutId xmlns:r="http://schemas.openxmlformats.org/officeDocument/2006/relationships" id="2147483686" r:id="R0a120ab164cb48a1"/>
    <p:sldLayoutId xmlns:r="http://schemas.openxmlformats.org/officeDocument/2006/relationships" id="2147483687" r:id="Rae9a0c93836c4cfd"/>
    <p:sldLayoutId xmlns:r="http://schemas.openxmlformats.org/officeDocument/2006/relationships" id="2147483688" r:id="Re8f53cc5fdb14fbd"/>
    <p:sldLayoutId xmlns:r="http://schemas.openxmlformats.org/officeDocument/2006/relationships" id="2147483689" r:id="R11f6d21d301e4184"/>
    <p:sldLayoutId xmlns:r="http://schemas.openxmlformats.org/officeDocument/2006/relationships" id="2147483690" r:id="R40a3715493124d0a"/>
    <p:sldLayoutId xmlns:r="http://schemas.openxmlformats.org/officeDocument/2006/relationships" id="2147483691" r:id="Ra6fd318114e04c09"/>
  </p:sldLayoutIdLst>
  <p:hf sldNum="0" hdr="0" dt="0"/>
  <p:txStyles>
    <p:titleStyle>
      <a:lvl1pPr xmlns:a="http://schemas.openxmlformats.org/drawingml/2006/main" algn="l" defTabSz="411480">
        <a:lnSpc>
          <a:spcPct val="100000"/>
        </a:lnSpc>
        <a:spcBef>
          <a:spcPct val="0"/>
        </a:spcBef>
        <a:spcAft>
          <a:spcPct val="0"/>
        </a:spcAft>
        <a:buNone/>
        <a:defRPr sz="2200" b="0" i="0" kern="1200" cap="none" baseline="0">
          <a:solidFill>
            <a:schemeClr val="accent6"/>
          </a:solidFill>
          <a:latin typeface="Georgia"/>
          <a:ea typeface="Georgia"/>
          <a:cs typeface="Georgia"/>
        </a:defRPr>
      </a:lvl1pPr>
      <a:lvl2pPr xmlns:a="http://schemas.openxmlformats.org/drawingml/2006/main" algn="l" defTabSz="411480">
        <a:lnSpc>
          <a:spcPct val="90000"/>
        </a:lnSpc>
        <a:spcBef>
          <a:spcPct val="0"/>
        </a:spcBef>
        <a:spcAft>
          <a:spcPct val="0"/>
        </a:spcAft>
        <a:buNone/>
        <a:defRPr sz="1980">
          <a:solidFill>
            <a:srgbClr val="042E5E"/>
          </a:solidFill>
          <a:latin typeface="Arial"/>
          <a:ea typeface="Arial"/>
          <a:cs typeface="Arial"/>
        </a:defRPr>
      </a:lvl2pPr>
      <a:lvl3pPr xmlns:a="http://schemas.openxmlformats.org/drawingml/2006/main" algn="l" defTabSz="411480">
        <a:lnSpc>
          <a:spcPct val="90000"/>
        </a:lnSpc>
        <a:spcBef>
          <a:spcPct val="0"/>
        </a:spcBef>
        <a:spcAft>
          <a:spcPct val="0"/>
        </a:spcAft>
        <a:buNone/>
        <a:defRPr sz="1980">
          <a:solidFill>
            <a:srgbClr val="042E5E"/>
          </a:solidFill>
          <a:latin typeface="Arial"/>
          <a:ea typeface="Arial"/>
          <a:cs typeface="Arial"/>
        </a:defRPr>
      </a:lvl3pPr>
      <a:lvl4pPr xmlns:a="http://schemas.openxmlformats.org/drawingml/2006/main" algn="l" defTabSz="411480">
        <a:lnSpc>
          <a:spcPct val="90000"/>
        </a:lnSpc>
        <a:spcBef>
          <a:spcPct val="0"/>
        </a:spcBef>
        <a:spcAft>
          <a:spcPct val="0"/>
        </a:spcAft>
        <a:buNone/>
        <a:defRPr sz="1980">
          <a:solidFill>
            <a:srgbClr val="042E5E"/>
          </a:solidFill>
          <a:latin typeface="Arial"/>
          <a:ea typeface="Arial"/>
          <a:cs typeface="Arial"/>
        </a:defRPr>
      </a:lvl4pPr>
      <a:lvl5pPr xmlns:a="http://schemas.openxmlformats.org/drawingml/2006/main" algn="l" defTabSz="411480">
        <a:lnSpc>
          <a:spcPct val="90000"/>
        </a:lnSpc>
        <a:spcBef>
          <a:spcPct val="0"/>
        </a:spcBef>
        <a:spcAft>
          <a:spcPct val="0"/>
        </a:spcAft>
        <a:buNone/>
        <a:defRPr sz="1980">
          <a:solidFill>
            <a:srgbClr val="042E5E"/>
          </a:solidFill>
          <a:latin typeface="Arial"/>
          <a:ea typeface="Arial"/>
          <a:cs typeface="Arial"/>
        </a:defRPr>
      </a:lvl5pPr>
      <a:lvl6pPr xmlns:a="http://schemas.openxmlformats.org/drawingml/2006/main" marL="411480" algn="l" defTabSz="411480">
        <a:lnSpc>
          <a:spcPct val="90000"/>
        </a:lnSpc>
        <a:spcBef>
          <a:spcPct val="0"/>
        </a:spcBef>
        <a:spcAft>
          <a:spcPct val="0"/>
        </a:spcAft>
        <a:buNone/>
        <a:defRPr sz="1980">
          <a:solidFill>
            <a:srgbClr val="042E5E"/>
          </a:solidFill>
          <a:latin typeface="Arial"/>
          <a:ea typeface="Arial"/>
          <a:cs typeface="Arial"/>
        </a:defRPr>
      </a:lvl6pPr>
      <a:lvl7pPr xmlns:a="http://schemas.openxmlformats.org/drawingml/2006/main" marL="822960" algn="l" defTabSz="411480">
        <a:lnSpc>
          <a:spcPct val="90000"/>
        </a:lnSpc>
        <a:spcBef>
          <a:spcPct val="0"/>
        </a:spcBef>
        <a:spcAft>
          <a:spcPct val="0"/>
        </a:spcAft>
        <a:buNone/>
        <a:defRPr sz="1980">
          <a:solidFill>
            <a:srgbClr val="042E5E"/>
          </a:solidFill>
          <a:latin typeface="Arial"/>
          <a:ea typeface="Arial"/>
          <a:cs typeface="Arial"/>
        </a:defRPr>
      </a:lvl7pPr>
      <a:lvl8pPr xmlns:a="http://schemas.openxmlformats.org/drawingml/2006/main" marL="1234440" algn="l" defTabSz="411480">
        <a:lnSpc>
          <a:spcPct val="90000"/>
        </a:lnSpc>
        <a:spcBef>
          <a:spcPct val="0"/>
        </a:spcBef>
        <a:spcAft>
          <a:spcPct val="0"/>
        </a:spcAft>
        <a:buNone/>
        <a:defRPr sz="1980">
          <a:solidFill>
            <a:srgbClr val="042E5E"/>
          </a:solidFill>
          <a:latin typeface="Arial"/>
          <a:ea typeface="Arial"/>
          <a:cs typeface="Arial"/>
        </a:defRPr>
      </a:lvl8pPr>
      <a:lvl9pPr xmlns:a="http://schemas.openxmlformats.org/drawingml/2006/main" marL="1645920" algn="l" defTabSz="411480">
        <a:lnSpc>
          <a:spcPct val="90000"/>
        </a:lnSpc>
        <a:spcBef>
          <a:spcPct val="0"/>
        </a:spcBef>
        <a:spcAft>
          <a:spcPct val="0"/>
        </a:spcAft>
        <a:buNone/>
        <a:defRPr sz="1980">
          <a:solidFill>
            <a:srgbClr val="042E5E"/>
          </a:solidFill>
          <a:latin typeface="Arial"/>
          <a:ea typeface="Arial"/>
          <a:cs typeface="Arial"/>
        </a:defRPr>
      </a:lvl9pPr>
    </p:titleStyle>
    <p:bodyStyle>
      <a:lvl1pPr xmlns:a="http://schemas.openxmlformats.org/drawingml/2006/main" marL="0" indent="0" algn="l" defTabSz="411480">
        <a:lnSpc>
          <a:spcPct val="100000"/>
        </a:lnSpc>
        <a:spcBef>
          <a:spcPts val="0"/>
        </a:spcBef>
        <a:spcAft>
          <a:spcPts val="600"/>
        </a:spcAft>
        <a:buClr>
          <a:schemeClr val="tx1"/>
        </a:buClr>
        <a:buFontTx/>
        <a:buNone/>
        <a:defRPr sz="1200" b="0" i="0" kern="1200">
          <a:solidFill>
            <a:schemeClr val="accent5"/>
          </a:solidFill>
          <a:latin typeface="Tenorite"/>
          <a:ea typeface="Tenorite"/>
          <a:cs typeface="Tenorite"/>
        </a:defRPr>
      </a:lvl1pPr>
      <a:lvl2pPr xmlns:a="http://schemas.openxmlformats.org/drawingml/2006/main" marL="0" indent="0" algn="l" defTabSz="411480">
        <a:lnSpc>
          <a:spcPct val="100000"/>
        </a:lnSpc>
        <a:spcBef>
          <a:spcPts val="0"/>
        </a:spcBef>
        <a:spcAft>
          <a:spcPts val="600"/>
        </a:spcAft>
        <a:buClr>
          <a:schemeClr val="tx1"/>
        </a:buClr>
        <a:buFont typeface="Wingdings"/>
        <a:buNone/>
        <a:defRPr sz="1400" b="1" i="0" kern="1200">
          <a:solidFill>
            <a:schemeClr val="accent5"/>
          </a:solidFill>
          <a:latin typeface="Tenorite"/>
          <a:ea typeface="Tenorite"/>
          <a:cs typeface="Tenorite"/>
        </a:defRPr>
      </a:lvl2pPr>
      <a:lvl3pPr xmlns:a="http://schemas.openxmlformats.org/drawingml/2006/main" marL="0" indent="0" algn="l" defTabSz="411480">
        <a:lnSpc>
          <a:spcPct val="100000"/>
        </a:lnSpc>
        <a:spcBef>
          <a:spcPts val="0"/>
        </a:spcBef>
        <a:spcAft>
          <a:spcPts val="600"/>
        </a:spcAft>
        <a:buClr>
          <a:schemeClr val="tx1"/>
        </a:buClr>
        <a:buFontTx/>
        <a:buNone/>
        <a:defRPr sz="1200" b="1" i="0" kern="1200">
          <a:solidFill>
            <a:schemeClr val="tx1"/>
          </a:solidFill>
          <a:latin typeface="Tenorite"/>
          <a:ea typeface="Tenorite"/>
          <a:cs typeface="Tenorite"/>
        </a:defRPr>
      </a:lvl3pPr>
      <a:lvl4pPr xmlns:a="http://schemas.openxmlformats.org/drawingml/2006/main" marL="91440" indent="-91440" algn="l" defTabSz="411480">
        <a:lnSpc>
          <a:spcPct val="100000"/>
        </a:lnSpc>
        <a:spcBef>
          <a:spcPts val="0"/>
        </a:spcBef>
        <a:spcAft>
          <a:spcPts val="600"/>
        </a:spcAft>
        <a:buClr>
          <a:schemeClr val="accent6"/>
        </a:buClr>
        <a:buFont typeface="Arial"/>
        <a:buChar char="•"/>
        <a:defRPr sz="1200" b="0" i="0" kern="1200">
          <a:solidFill>
            <a:schemeClr val="tx1"/>
          </a:solidFill>
          <a:latin typeface="Tenorite"/>
          <a:ea typeface="Tenorite"/>
          <a:cs typeface="Tenorite"/>
        </a:defRPr>
      </a:lvl4pPr>
      <a:lvl5pPr xmlns:a="http://schemas.openxmlformats.org/drawingml/2006/main" marL="182880" indent="-91440" algn="l" defTabSz="411480">
        <a:lnSpc>
          <a:spcPct val="100000"/>
        </a:lnSpc>
        <a:spcBef>
          <a:spcPts val="0"/>
        </a:spcBef>
        <a:spcAft>
          <a:spcPts val="600"/>
        </a:spcAft>
        <a:buClr>
          <a:schemeClr val="accent5"/>
        </a:buClr>
        <a:buFont typeface="System Font Regular"/>
        <a:buChar char="‑"/>
        <a:defRPr sz="1200" b="0" i="0" kern="1200">
          <a:solidFill>
            <a:schemeClr val="tx1"/>
          </a:solidFill>
          <a:latin typeface="Tenorite"/>
          <a:ea typeface="Tenorite"/>
          <a:cs typeface="Tenorite"/>
        </a:defRPr>
      </a:lvl5pPr>
      <a:lvl6pPr xmlns:a="http://schemas.openxmlformats.org/drawingml/2006/main" marL="274320" indent="-91440" algn="l" defTabSz="411480">
        <a:spcBef>
          <a:spcPts val="0"/>
        </a:spcBef>
        <a:spcAft>
          <a:spcPts val="600"/>
        </a:spcAft>
        <a:buFont typeface="System Font Regular"/>
        <a:buChar char="∙"/>
        <a:defRPr sz="1200" b="0" i="1" kern="1200">
          <a:solidFill>
            <a:schemeClr val="tx1"/>
          </a:solidFill>
          <a:latin typeface="Tenorite"/>
          <a:ea typeface="Tenorite"/>
          <a:cs typeface="Tenorite"/>
        </a:defRPr>
      </a:lvl6pPr>
      <a:lvl7pPr xmlns:a="http://schemas.openxmlformats.org/drawingml/2006/main" marL="137160" indent="-137160" algn="l" defTabSz="411480">
        <a:spcBef>
          <a:spcPts val="0"/>
        </a:spcBef>
        <a:spcAft>
          <a:spcPts val="600"/>
        </a:spcAft>
        <a:buFont typeface="+mj-lt"/>
        <a:buAutoNum type="arabicPeriod"/>
        <a:defRPr sz="1200" b="0" i="0" kern="1200">
          <a:solidFill>
            <a:schemeClr val="tx1"/>
          </a:solidFill>
          <a:latin typeface="Tenorite"/>
          <a:ea typeface="Tenorite"/>
          <a:cs typeface="Tenorite"/>
        </a:defRPr>
      </a:lvl7pPr>
      <a:lvl8pPr xmlns:a="http://schemas.openxmlformats.org/drawingml/2006/main" marL="274320" indent="-137160" algn="l" defTabSz="411480">
        <a:spcBef>
          <a:spcPts val="0"/>
        </a:spcBef>
        <a:spcAft>
          <a:spcPts val="600"/>
        </a:spcAft>
        <a:buFont typeface="+mj-lt"/>
        <a:buAutoNum type="arabicPeriod"/>
        <a:defRPr sz="1200" b="0" i="0" kern="1200">
          <a:solidFill>
            <a:schemeClr val="tx1"/>
          </a:solidFill>
          <a:latin typeface="Tenorite"/>
          <a:ea typeface="Tenorite"/>
          <a:cs typeface="Tenorite"/>
        </a:defRPr>
      </a:lvl8pPr>
      <a:lvl9pPr xmlns:a="http://schemas.openxmlformats.org/drawingml/2006/main" marL="0" indent="0" algn="l" defTabSz="411480">
        <a:spcBef>
          <a:spcPts val="0"/>
        </a:spcBef>
        <a:spcAft>
          <a:spcPts val="600"/>
        </a:spcAft>
        <a:buFontTx/>
        <a:buNone/>
        <a:defRPr sz="1800" b="1" i="0" kern="1200">
          <a:solidFill>
            <a:schemeClr val="accent6"/>
          </a:solidFill>
          <a:latin typeface="Tenorite"/>
          <a:ea typeface="Tenorite"/>
          <a:cs typeface="Tenorite"/>
        </a:defRPr>
      </a:lvl9pPr>
    </p:bodyStyle>
    <p:otherStyle>
      <a:lvl1pPr xmlns:a="http://schemas.openxmlformats.org/drawingml/2006/main" marL="0" algn="l" defTabSz="411480">
        <a:buNone/>
        <a:defRPr sz="1620" kern="1200">
          <a:solidFill>
            <a:schemeClr val="tx1"/>
          </a:solidFill>
          <a:latin typeface="+mn-lt"/>
          <a:ea typeface="+mn-lt"/>
          <a:cs typeface="+mn-lt"/>
        </a:defRPr>
      </a:lvl1pPr>
      <a:lvl2pPr xmlns:a="http://schemas.openxmlformats.org/drawingml/2006/main" marL="411480" algn="l" defTabSz="411480">
        <a:buNone/>
        <a:defRPr sz="1620" kern="1200">
          <a:solidFill>
            <a:schemeClr val="tx1"/>
          </a:solidFill>
          <a:latin typeface="+mn-lt"/>
          <a:ea typeface="+mn-lt"/>
          <a:cs typeface="+mn-lt"/>
        </a:defRPr>
      </a:lvl2pPr>
      <a:lvl3pPr xmlns:a="http://schemas.openxmlformats.org/drawingml/2006/main" marL="822960" algn="l" defTabSz="411480">
        <a:buNone/>
        <a:defRPr sz="1620" kern="1200">
          <a:solidFill>
            <a:schemeClr val="tx1"/>
          </a:solidFill>
          <a:latin typeface="+mn-lt"/>
          <a:ea typeface="+mn-lt"/>
          <a:cs typeface="+mn-lt"/>
        </a:defRPr>
      </a:lvl3pPr>
      <a:lvl4pPr xmlns:a="http://schemas.openxmlformats.org/drawingml/2006/main" marL="1234440" algn="l" defTabSz="411480">
        <a:buNone/>
        <a:defRPr sz="1620" kern="1200">
          <a:solidFill>
            <a:schemeClr val="tx1"/>
          </a:solidFill>
          <a:latin typeface="+mn-lt"/>
          <a:ea typeface="+mn-lt"/>
          <a:cs typeface="+mn-lt"/>
        </a:defRPr>
      </a:lvl4pPr>
      <a:lvl5pPr xmlns:a="http://schemas.openxmlformats.org/drawingml/2006/main" marL="1645920" algn="l" defTabSz="411480">
        <a:buNone/>
        <a:defRPr sz="1620" kern="1200">
          <a:solidFill>
            <a:schemeClr val="tx1"/>
          </a:solidFill>
          <a:latin typeface="+mn-lt"/>
          <a:ea typeface="+mn-lt"/>
          <a:cs typeface="+mn-lt"/>
        </a:defRPr>
      </a:lvl5pPr>
      <a:lvl6pPr xmlns:a="http://schemas.openxmlformats.org/drawingml/2006/main" marL="2057400" algn="l" defTabSz="411480">
        <a:buNone/>
        <a:defRPr sz="1620" kern="1200">
          <a:solidFill>
            <a:schemeClr val="tx1"/>
          </a:solidFill>
          <a:latin typeface="+mn-lt"/>
          <a:ea typeface="+mn-lt"/>
          <a:cs typeface="+mn-lt"/>
        </a:defRPr>
      </a:lvl6pPr>
      <a:lvl7pPr xmlns:a="http://schemas.openxmlformats.org/drawingml/2006/main" marL="2468880" algn="l" defTabSz="411480">
        <a:buNone/>
        <a:defRPr sz="1620" kern="1200">
          <a:solidFill>
            <a:schemeClr val="tx1"/>
          </a:solidFill>
          <a:latin typeface="+mn-lt"/>
          <a:ea typeface="+mn-lt"/>
          <a:cs typeface="+mn-lt"/>
        </a:defRPr>
      </a:lvl7pPr>
      <a:lvl8pPr xmlns:a="http://schemas.openxmlformats.org/drawingml/2006/main" marL="2880360" algn="l" defTabSz="411480">
        <a:buNone/>
        <a:defRPr sz="1620" kern="1200">
          <a:solidFill>
            <a:schemeClr val="tx1"/>
          </a:solidFill>
          <a:latin typeface="+mn-lt"/>
          <a:ea typeface="+mn-lt"/>
          <a:cs typeface="+mn-lt"/>
        </a:defRPr>
      </a:lvl8pPr>
      <a:lvl9pPr xmlns:a="http://schemas.openxmlformats.org/drawingml/2006/main" marL="3291840" algn="l" defTabSz="411480">
        <a:buNone/>
        <a:defRPr sz="162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522" userDrawn="1">
          <p15:clr>
            <a:srgbClr xmlns:a="http://schemas.openxmlformats.org/drawingml/2006/main" val="F26B43"/>
          </p15:clr>
        </p15:guide>
        <p15:guide id="2" pos="2880" userDrawn="1">
          <p15:clr>
            <a:srgbClr xmlns:a="http://schemas.openxmlformats.org/drawingml/2006/main" val="F26B43"/>
          </p15:clr>
        </p15:guide>
        <p15:guide id="4" pos="288" userDrawn="1">
          <p15:clr>
            <a:srgbClr xmlns:a="http://schemas.openxmlformats.org/drawingml/2006/main" val="F26B43"/>
          </p15:clr>
        </p15:guide>
        <p15:guide id="5" pos="5470" userDrawn="1">
          <p15:clr>
            <a:srgbClr xmlns:a="http://schemas.openxmlformats.org/drawingml/2006/main" val="F26B43"/>
          </p15:clr>
        </p15:guide>
        <p15:guide id="6" orient="horz" pos="2960" userDrawn="1">
          <p15:clr>
            <a:srgbClr xmlns:a="http://schemas.openxmlformats.org/drawingml/2006/main" val="F26B43"/>
          </p15:clr>
        </p15:guide>
        <p15:guide id="7" orient="horz" pos="791" userDrawn="1">
          <p15:clr>
            <a:srgbClr xmlns:a="http://schemas.openxmlformats.org/drawingml/2006/main" val="F26B43"/>
          </p15:clr>
        </p15:guide>
        <p15:guide id="8" orient="horz" pos="264" userDrawn="1">
          <p15:clr>
            <a:srgbClr xmlns:a="http://schemas.openxmlformats.org/drawingml/2006/main" val="F26B43"/>
          </p15:clr>
        </p15:guide>
        <p15:guide id="9" pos="2073" userDrawn="1">
          <p15:clr>
            <a:srgbClr xmlns:a="http://schemas.openxmlformats.org/drawingml/2006/main" val="F26B43"/>
          </p15:clr>
        </p15:guide>
        <p15:guide id="10" pos="1902" userDrawn="1">
          <p15:clr>
            <a:srgbClr xmlns:a="http://schemas.openxmlformats.org/drawingml/2006/main" val="F26B43"/>
          </p15:clr>
        </p15:guide>
        <p15:guide id="11" pos="3687" userDrawn="1">
          <p15:clr>
            <a:srgbClr xmlns:a="http://schemas.openxmlformats.org/drawingml/2006/main" val="F26B43"/>
          </p15:clr>
        </p15:guide>
        <p15:guide id="12" pos="3858" userDrawn="1">
          <p15:clr>
            <a:srgbClr xmlns:a="http://schemas.openxmlformats.org/drawingml/2006/main" val="F26B43"/>
          </p15:clr>
        </p15:guide>
        <p15:guide id="13" pos="2796" userDrawn="1">
          <p15:clr>
            <a:srgbClr xmlns:a="http://schemas.openxmlformats.org/drawingml/2006/main" val="F26B43"/>
          </p15:clr>
        </p15:guide>
        <p15:guide id="14" pos="2964" userDrawn="1">
          <p15:clr>
            <a:srgbClr xmlns:a="http://schemas.openxmlformats.org/drawingml/2006/main" val="F26B43"/>
          </p15:clr>
        </p15:guide>
        <p15:guide id="15" orient="horz" pos="3061" userDrawn="1">
          <p15:clr>
            <a:srgbClr xmlns:a="http://schemas.openxmlformats.org/drawingml/2006/main" val="F26B43"/>
          </p15:clr>
        </p15:guide>
        <p15:guide id="16" orient="horz" pos="3136" userDrawn="1">
          <p15:clr>
            <a:srgbClr xmlns:a="http://schemas.openxmlformats.org/drawingml/2006/main" val="F26B43"/>
          </p15:clr>
        </p15:guide>
      </p15:sldGuideLst>
    </p:ext>
  </p:extLst>
</p:sldMaster>
</file>

<file path=ppt/slideMasters/theme/theme2.xml><?xml version="1.0" encoding="utf-8"?>
<a:theme xmlns:a="http://schemas.openxmlformats.org/drawingml/2006/main" name="Instructions">
  <a:themeElements>
    <a:clrScheme name="0-LPL Theme Color 2026">
      <a:dk1>
        <a:srgbClr val="000000"/>
      </a:dk1>
      <a:lt1>
        <a:srgbClr val="F2F3F5"/>
      </a:lt1>
      <a:dk2>
        <a:srgbClr val="00491F"/>
      </a:dk2>
      <a:lt2>
        <a:srgbClr val="FFFFFF"/>
      </a:lt2>
      <a:accent1>
        <a:srgbClr val="40C1AC"/>
      </a:accent1>
      <a:accent2>
        <a:srgbClr val="FDB714"/>
      </a:accent2>
      <a:accent3>
        <a:srgbClr val="009FDC"/>
      </a:accent3>
      <a:accent4>
        <a:srgbClr val="CE0019"/>
      </a:accent4>
      <a:accent5>
        <a:srgbClr val="00205B"/>
      </a:accent5>
      <a:accent6>
        <a:srgbClr val="B35000"/>
      </a:accent6>
      <a:hlink>
        <a:srgbClr val="333799"/>
      </a:hlink>
      <a:folHlink>
        <a:srgbClr val="0098DB"/>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0-LPL Theme Color 202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41e30249a52e4944" /><Relationship Type="http://schemas.openxmlformats.org/officeDocument/2006/relationships/notesSlide" Target="/ppt/notesSlides/notesSlide1.xml" Id="R62948931c1294d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7.xml" Id="R983c8421907e4bf3" /><Relationship Type="http://schemas.openxmlformats.org/officeDocument/2006/relationships/notesSlide" Target="/ppt/notesSlides/notesSlide2.xml" Id="R829071578a6a4f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9.xml" Id="Rd3246d63fb944d8c" /><Relationship Type="http://schemas.openxmlformats.org/officeDocument/2006/relationships/image" Target="/ppt/media/image39.png" Id="Rf8d0d85104c84534" /><Relationship Type="http://schemas.openxmlformats.org/officeDocument/2006/relationships/image" Target="/ppt/media/image3.svg" Id="R3969858289f44050" /><Relationship Type="http://schemas.openxmlformats.org/officeDocument/2006/relationships/image" Target="/ppt/media/image40.png" Id="Rcdc949653a6a4df0" /><Relationship Type="http://schemas.openxmlformats.org/officeDocument/2006/relationships/image" Target="/ppt/media/image4.svg" Id="R72c2f360652248c8" /><Relationship Type="http://schemas.openxmlformats.org/officeDocument/2006/relationships/image" Target="/ppt/media/image41.png" Id="R8dd0e00d68ee4746" /><Relationship Type="http://schemas.openxmlformats.org/officeDocument/2006/relationships/image" Target="/ppt/media/image5.svg" Id="Rc82b183383e44c86" /><Relationship Type="http://schemas.openxmlformats.org/officeDocument/2006/relationships/notesSlide" Target="/ppt/notesSlides/notesSlide3.xml" Id="R65c0816c01be40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9.xml" Id="Rd176bf5fcb344ff8" /><Relationship Type="http://schemas.openxmlformats.org/officeDocument/2006/relationships/image" Target="/ppt/media/image42.png" Id="R13b0c9efab694a37" /><Relationship Type="http://schemas.openxmlformats.org/officeDocument/2006/relationships/image" Target="/ppt/media/image6.svg" Id="R8619ec93f9c44885" /><Relationship Type="http://schemas.openxmlformats.org/officeDocument/2006/relationships/image" Target="/ppt/media/image43.png" Id="R35cadf77a7e84f42" /><Relationship Type="http://schemas.openxmlformats.org/officeDocument/2006/relationships/image" Target="/ppt/media/image7.svg" Id="Rffa47e6bc5a04e62" /><Relationship Type="http://schemas.openxmlformats.org/officeDocument/2006/relationships/image" Target="/ppt/media/image44.png" Id="Re6f033cf094c4caa" /><Relationship Type="http://schemas.openxmlformats.org/officeDocument/2006/relationships/image" Target="/ppt/media/image8.svg" Id="R9ac3bcb7023e4b8a" /><Relationship Type="http://schemas.openxmlformats.org/officeDocument/2006/relationships/image" Target="/ppt/media/image45.png" Id="R57c9b43b02eb4a26" /><Relationship Type="http://schemas.openxmlformats.org/officeDocument/2006/relationships/image" Target="/ppt/media/image9.svg" Id="R6aeb8fc7c4574630" /><Relationship Type="http://schemas.openxmlformats.org/officeDocument/2006/relationships/notesSlide" Target="/ppt/notesSlides/notesSlide4.xml" Id="R296611b1ade04e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9.xml" Id="R1b305a539aeb4575" /><Relationship Type="http://schemas.openxmlformats.org/officeDocument/2006/relationships/image" Target="/ppt/media/image46.png" Id="Re61c591b78e0472b" /><Relationship Type="http://schemas.openxmlformats.org/officeDocument/2006/relationships/image" Target="/ppt/media/image47.png" Id="R37df8724bc3f4ab7" /><Relationship Type="http://schemas.openxmlformats.org/officeDocument/2006/relationships/image" Target="/ppt/media/image10.svg" Id="Raac2144ed1014a11" /><Relationship Type="http://schemas.openxmlformats.org/officeDocument/2006/relationships/image" Target="/ppt/media/image48.png" Id="R52256dc9d5de4129" /><Relationship Type="http://schemas.openxmlformats.org/officeDocument/2006/relationships/image" Target="/ppt/media/image11.svg" Id="R6abc5b7945df4f10" /><Relationship Type="http://schemas.openxmlformats.org/officeDocument/2006/relationships/image" Target="/ppt/media/image49.png" Id="Rfc5cecabead24868" /><Relationship Type="http://schemas.openxmlformats.org/officeDocument/2006/relationships/image" Target="/ppt/media/image12.svg" Id="R40b2afe48c1c4fb2" /><Relationship Type="http://schemas.openxmlformats.org/officeDocument/2006/relationships/image" Target="/ppt/media/image50.png" Id="R2f4e0d7c3bfa4bba" /><Relationship Type="http://schemas.openxmlformats.org/officeDocument/2006/relationships/image" Target="/ppt/media/image13.svg" Id="Re0f97ad57d7c4e33" /><Relationship Type="http://schemas.openxmlformats.org/officeDocument/2006/relationships/notesSlide" Target="/ppt/notesSlides/notesSlide5.xml" Id="Re15b70c084d044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7.xml" Id="R6a291be6b64f4358" /><Relationship Type="http://schemas.openxmlformats.org/officeDocument/2006/relationships/notesSlide" Target="/ppt/notesSlides/notesSlide6.xml" Id="Rf3016137c26d45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9.xml" Id="Rc3cd44795b774a3b" /><Relationship Type="http://schemas.openxmlformats.org/officeDocument/2006/relationships/notesSlide" Target="/ppt/notesSlides/notesSlide7.xml" Id="Ra5d73b65a1fb49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94c53cfec74892" /><Relationship Type="http://schemas.openxmlformats.org/officeDocument/2006/relationships/notesSlide" Target="/ppt/notesSlides/notesSlide8.xml" Id="Rfb248c6fa080426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E8967C89-4C6B-23B4-BA67-40FCE1A64842}"/>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3" name="Title 2">
            <a:extLst xmlns:a="http://schemas.openxmlformats.org/drawingml/2006/main">
              <a:ext uri="{FF2B5EF4-FFF2-40B4-BE49-F238E27FC236}">
                <a16:creationId xmlns:a16="http://schemas.microsoft.com/office/drawing/2014/main" id="{6D70B7A1-2E45-6979-F50F-963741E294E1}"/>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t>Briefly</a:t>
            </a:r>
          </a:p>
        </p:txBody>
      </p:sp>
      <p:sp>
        <p:nvSpPr>
          <p:cNvPr id="4" name="Text Placeholder 3">
            <a:extLst xmlns:a="http://schemas.openxmlformats.org/drawingml/2006/main">
              <a:ext uri="{FF2B5EF4-FFF2-40B4-BE49-F238E27FC236}">
                <a16:creationId xmlns:a16="http://schemas.microsoft.com/office/drawing/2014/main" id="{B45BE5FF-0F45-3B6C-0D0E-D3BD10BEAB82}"/>
              </a:ext>
            </a:extLst>
          </p:cNvPr>
          <p:cNvSpPr>
            <a:spLocks xmlns:a="http://schemas.openxmlformats.org/drawingml/2006/main" noGrp="1"/>
          </p:cNvSpPr>
          <p:nvPr>
            <p:ph type="body" idx="21"/>
          </p:nvPr>
        </p:nvSpPr>
        <p:spPr/>
        <p:txBody>
          <a:bodyPr xmlns:a="http://schemas.openxmlformats.org/drawingml/2006/main"/>
          <a:lstStyle xmlns:a="http://schemas.openxmlformats.org/drawingml/2006/main"/>
          <a:p xmlns:a="http://schemas.openxmlformats.org/drawingml/2006/main">
            <a:r>
              <a:t>The AI Copilot for Advisor Meeting Prep &amp; Client Intelligence</a:t>
            </a:r>
          </a:p>
          <a:p xmlns:a="http://schemas.openxmlformats.org/drawingml/2006/main">
            <a:pPr lvl="1">
              <a:buNone/>
            </a:pPr>
            <a:r>
              <a:t>Presented by: Jasper McIntyre  •  October 3, 2026</a:t>
            </a:r>
          </a:p>
        </p:txBody>
      </p:sp>
      <p:sp>
        <p:nvSpPr>
          <p:cNvPr id="5" name="Target categories">
            <a:extLst xmlns:a="http://schemas.openxmlformats.org/drawingml/2006/main">
              <a:ext uri="{FF2B5EF4-FFF2-40B4-BE49-F238E27FC236}">
                <a16:creationId xmlns:a16="http://schemas.microsoft.com/office/drawing/2014/main" id="{7F77EEAD-3ABF-4752-8940-91EF35E9EF74}"/>
              </a:ext>
            </a:extLst>
          </p:cNvPr>
          <p:cNvSpPr>
            <a:spLocks xmlns:a="http://schemas.openxmlformats.org/drawingml/2006/main" noGrp="1"/>
          </p:cNvSpPr>
          <p:nvPr/>
        </p:nvSpPr>
        <p:spPr>
          <a:xfrm xmlns:a="http://schemas.openxmlformats.org/drawingml/2006/main">
            <a:off x="866775" y="41433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10">
                <a:solidFill>
                  <a:srgbClr val="00205B"/>
                </a:solidFill>
                <a:latin typeface="Tenorite"/>
                <a:ea typeface="Tenorite"/>
                <a:cs typeface="Tenorite"/>
              </a:defRPr>
            </a:pPr>
            <a:r>
              <a:rPr sz="810">
                <a:solidFill>
                  <a:srgbClr val="00205B"/>
                </a:solidFill>
                <a:latin typeface="Tenorite"/>
                <a:ea typeface="Tenorite"/>
                <a:cs typeface="Tenorite"/>
              </a:rPr>
              <a:t>Target Categories: Startup We'd Buy Tomorrow | Biggest Business Impact | Best Use of AWS</a:t>
            </a:r>
          </a:p>
        </p:txBody>
      </p:sp>
    </p:spTree>
    <p:extLst>
      <p:ext uri="{BB962C8B-B14F-4D97-AF65-F5344CB8AC3E}">
        <p14:creationId xmlns:p14="http://schemas.microsoft.com/office/powerpoint/2010/main" val="28093730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46B726AC-FF06-C8A8-0E41-2CD6ACE6ECFA}"/>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2" name="Title 1">
            <a:extLst xmlns:a="http://schemas.openxmlformats.org/drawingml/2006/main">
              <a:ext uri="{FF2B5EF4-FFF2-40B4-BE49-F238E27FC236}">
                <a16:creationId xmlns:a16="http://schemas.microsoft.com/office/drawing/2014/main" id="{3EA332B2-190C-AE4B-A35E-2309514FEB2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025"/>
            </a:pPr>
            <a:r>
              <a:rPr sz="2025"/>
              <a:t>Meeting Prep Is Broken: Advisors Burn 45+ Minutes Per Client</a:t>
            </a:r>
            <a:endParaRPr/>
          </a:p>
        </p:txBody>
      </p:sp>
      <p:sp>
        <p:nvSpPr>
          <p:cNvPr id="8" name="Content Placeholder 7">
            <a:extLst xmlns:a="http://schemas.openxmlformats.org/drawingml/2006/main">
              <a:ext uri="{FF2B5EF4-FFF2-40B4-BE49-F238E27FC236}">
                <a16:creationId xmlns:a16="http://schemas.microsoft.com/office/drawing/2014/main" id="{C1045DC6-720A-3028-22C1-6525917F9465}"/>
              </a:ext>
            </a:extLst>
          </p:cNvPr>
          <p:cNvSpPr>
            <a:spLocks xmlns:a="http://schemas.openxmlformats.org/drawingml/2006/main" noGrp="1"/>
          </p:cNvSpPr>
          <p:nvPr>
            <p:ph type="body" idx="16"/>
          </p:nvPr>
        </p:nvSpPr>
        <p:spPr/>
        <p:txBody>
          <a:bodyPr xmlns:a="http://schemas.openxmlformats.org/drawingml/2006/main"/>
          <a:lstStyle xmlns:a="http://schemas.openxmlformats.org/drawingml/2006/main"/>
          <a:p xmlns:a="http://schemas.openxmlformats.org/drawingml/2006/main">
            <a:pPr lvl="1">
              <a:buNone/>
              <a:defRPr sz="1200"/>
            </a:pPr>
            <a:r>
              <a:rPr sz="1200"/>
              <a:t>Fragmented Systems</a:t>
            </a:r>
          </a:p>
          <a:p xmlns:a="http://schemas.openxmlformats.org/drawingml/2006/main">
            <a:pPr>
              <a:defRPr sz="1200"/>
            </a:pPr>
            <a:r>
              <a:rPr sz="1200"/>
              <a:t>Advisors manually cross-reference CRM notes, custodial reports, and market updates before every meeting.</a:t>
            </a:r>
          </a:p>
          <a:p xmlns:a="http://schemas.openxmlformats.org/drawingml/2006/main">
            <a:pPr>
              <a:defRPr sz="1200"/>
            </a:pPr>
            <a:r>
              <a:rPr sz="1200"/>
              <a:t>Missed Critical Insights</a:t>
            </a:r>
          </a:p>
        </p:txBody>
      </p:sp>
      <p:sp>
        <p:nvSpPr>
          <p:cNvPr id="3" name="Text Placeholder 2">
            <a:extLst xmlns:a="http://schemas.openxmlformats.org/drawingml/2006/main">
              <a:ext uri="{FF2B5EF4-FFF2-40B4-BE49-F238E27FC236}">
                <a16:creationId xmlns:a16="http://schemas.microsoft.com/office/drawing/2014/main" id="{81EBC0CE-424B-53A0-EA6A-FE568490E024}"/>
              </a:ext>
            </a:extLst>
          </p:cNvPr>
          <p:cNvSpPr>
            <a:spLocks xmlns:a="http://schemas.openxmlformats.org/drawingml/2006/main" noGrp="1"/>
          </p:cNvSpPr>
          <p:nvPr>
            <p:ph type="body" idx="17"/>
          </p:nvPr>
        </p:nvSpPr>
        <p:spPr>
          <a:xfrm xmlns:a="http://schemas.openxmlformats.org/drawingml/2006/main">
            <a:off x="457200" y="3600795"/>
            <a:ext cx="3981450" cy="839787"/>
          </a:xfrm>
        </p:spPr>
        <p:txBody>
          <a:bodyPr xmlns:a="http://schemas.openxmlformats.org/drawingml/2006/main"/>
          <a:lstStyle xmlns:a="http://schemas.openxmlformats.org/drawingml/2006/main"/>
          <a:p xmlns:a="http://schemas.openxmlformats.org/drawingml/2006/main">
            <a:pPr>
              <a:defRPr sz="1088"/>
            </a:pPr>
            <a:r>
              <a:rPr sz="1088"/>
              <a:t>5+ hours lost per advisor every week on manual administrative prep instead of high-value client relationship management.</a:t>
            </a:r>
          </a:p>
        </p:txBody>
      </p:sp>
      <p:sp>
        <p:nvSpPr>
          <p:cNvPr id="7" name="Text Placeholder 6">
            <a:extLst xmlns:a="http://schemas.openxmlformats.org/drawingml/2006/main">
              <a:ext uri="{FF2B5EF4-FFF2-40B4-BE49-F238E27FC236}">
                <a16:creationId xmlns:a16="http://schemas.microsoft.com/office/drawing/2014/main" id="{29838DA9-2563-9244-BD72-938CA53F0426}"/>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Manual information gathering across siloed CRMs, market feeds, and portfolio tools creates massive operational drag and regulatory exposure.</a:t>
            </a:r>
          </a:p>
        </p:txBody>
      </p:sp>
      <p:sp>
        <p:nvSpPr>
          <p:cNvPr id="10" name="Left column final detail">
            <a:extLst xmlns:a="http://schemas.openxmlformats.org/drawingml/2006/main">
              <a:ext uri="{FF2B5EF4-FFF2-40B4-BE49-F238E27FC236}">
                <a16:creationId xmlns:a16="http://schemas.microsoft.com/office/drawing/2014/main" id="{71AC0D55-6A28-4493-AB5B-A4E7E481172F}"/>
              </a:ext>
            </a:extLst>
          </p:cNvPr>
          <p:cNvSpPr>
            <a:spLocks xmlns:a="http://schemas.openxmlformats.org/drawingml/2006/main" noGrp="1"/>
          </p:cNvSpPr>
          <p:nvPr/>
        </p:nvSpPr>
        <p:spPr>
          <a:xfrm xmlns:a="http://schemas.openxmlformats.org/drawingml/2006/main">
            <a:off x="457200" y="2238375"/>
            <a:ext cx="3981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63">
                <a:solidFill>
                  <a:srgbClr val="00205B"/>
                </a:solidFill>
                <a:latin typeface="Tenorite"/>
                <a:ea typeface="Tenorite"/>
                <a:cs typeface="Tenorite"/>
              </a:defRPr>
            </a:pPr>
            <a:r>
              <a:rPr sz="1163">
                <a:solidFill>
                  <a:srgbClr val="00205B"/>
                </a:solidFill>
                <a:latin typeface="Tenorite"/>
                <a:ea typeface="Tenorite"/>
                <a:cs typeface="Tenorite"/>
              </a:rPr>
              <a:t>Subtle portfolio drift, overlooked risk profile mismatches, and overdue client touchpoints slip through the cracks during busy weeks.</a:t>
            </a:r>
          </a:p>
        </p:txBody>
      </p:sp>
      <p:sp>
        <p:nvSpPr>
          <p:cNvPr id="11" name="Right column heading 1">
            <a:extLst xmlns:a="http://schemas.openxmlformats.org/drawingml/2006/main">
              <a:ext uri="{FF2B5EF4-FFF2-40B4-BE49-F238E27FC236}">
                <a16:creationId xmlns:a16="http://schemas.microsoft.com/office/drawing/2014/main" id="{1E63A5F1-384B-4192-85B9-82296CEE890B}"/>
              </a:ext>
            </a:extLst>
          </p:cNvPr>
          <p:cNvSpPr>
            <a:spLocks xmlns:a="http://schemas.openxmlformats.org/drawingml/2006/main" noGrp="1"/>
          </p:cNvSpPr>
          <p:nvPr/>
        </p:nvSpPr>
        <p:spPr>
          <a:xfrm xmlns:a="http://schemas.openxmlformats.org/drawingml/2006/main">
            <a:off x="4800600" y="13620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13" b="1">
                <a:solidFill>
                  <a:srgbClr val="00205B"/>
                </a:solidFill>
                <a:latin typeface="Tenorite"/>
                <a:ea typeface="Tenorite"/>
                <a:cs typeface="Tenorite"/>
              </a:defRPr>
            </a:pPr>
            <a:r>
              <a:rPr sz="1313" b="1">
                <a:solidFill>
                  <a:srgbClr val="00205B"/>
                </a:solidFill>
                <a:latin typeface="Tenorite"/>
                <a:ea typeface="Tenorite"/>
                <a:cs typeface="Tenorite"/>
              </a:rPr>
              <a:t>Unlogged Ad-Hoc Notes</a:t>
            </a:r>
          </a:p>
        </p:txBody>
      </p:sp>
      <p:sp>
        <p:nvSpPr>
          <p:cNvPr id="12" name="Right column body 1">
            <a:extLst xmlns:a="http://schemas.openxmlformats.org/drawingml/2006/main">
              <a:ext uri="{FF2B5EF4-FFF2-40B4-BE49-F238E27FC236}">
                <a16:creationId xmlns:a16="http://schemas.microsoft.com/office/drawing/2014/main" id="{2A59996E-F595-4AE4-84B3-4721078A71B3}"/>
              </a:ext>
            </a:extLst>
          </p:cNvPr>
          <p:cNvSpPr>
            <a:spLocks xmlns:a="http://schemas.openxmlformats.org/drawingml/2006/main" noGrp="1"/>
          </p:cNvSpPr>
          <p:nvPr/>
        </p:nvSpPr>
        <p:spPr>
          <a:xfrm xmlns:a="http://schemas.openxmlformats.org/drawingml/2006/main">
            <a:off x="4800600" y="16573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63">
                <a:solidFill>
                  <a:srgbClr val="00205B"/>
                </a:solidFill>
                <a:latin typeface="Tenorite"/>
                <a:ea typeface="Tenorite"/>
                <a:cs typeface="Tenorite"/>
              </a:defRPr>
            </a:pPr>
            <a:r>
              <a:rPr sz="1163">
                <a:solidFill>
                  <a:srgbClr val="00205B"/>
                </a:solidFill>
                <a:latin typeface="Tenorite"/>
                <a:ea typeface="Tenorite"/>
                <a:cs typeface="Tenorite"/>
              </a:rPr>
              <a:t>Preparation notes are scattered across scratchpads and emails without a centralized compliance record.</a:t>
            </a:r>
          </a:p>
        </p:txBody>
      </p:sp>
      <p:sp>
        <p:nvSpPr>
          <p:cNvPr id="13" name="">
            <a:extLst xmlns:a="http://schemas.openxmlformats.org/drawingml/2006/main">
              <a:ext uri="{FF2B5EF4-FFF2-40B4-BE49-F238E27FC236}">
                <a16:creationId xmlns:a16="http://schemas.microsoft.com/office/drawing/2014/main" id="{ECD67241-1658-4009-8DD8-9914D948EE02}"/>
              </a:ext>
            </a:extLst>
          </p:cNvPr>
          <p:cNvSpPr>
            <a:spLocks xmlns:a="http://schemas.openxmlformats.org/drawingml/2006/main" noGrp="1"/>
          </p:cNvSpPr>
          <p:nvPr/>
        </p:nvSpPr>
        <p:spPr>
          <a:xfrm xmlns:a="http://schemas.openxmlformats.org/drawingml/2006/main">
            <a:off x="4800600" y="2533650"/>
            <a:ext cx="3714750" cy="0"/>
          </a:xfrm>
          <a:prstGeom xmlns:a="http://schemas.openxmlformats.org/drawingml/2006/main" prst="line">
            <a:avLst/>
          </a:prstGeom>
          <a:ln xmlns:a="http://schemas.openxmlformats.org/drawingml/2006/main" w="9525">
            <a:solidFill>
              <a:srgbClr val="9BA9B8"/>
            </a:solidFill>
          </a:ln>
        </p:spPr>
      </p:sp>
      <p:sp>
        <p:nvSpPr>
          <p:cNvPr id="14" name="Right column heading 2">
            <a:extLst xmlns:a="http://schemas.openxmlformats.org/drawingml/2006/main">
              <a:ext uri="{FF2B5EF4-FFF2-40B4-BE49-F238E27FC236}">
                <a16:creationId xmlns:a16="http://schemas.microsoft.com/office/drawing/2014/main" id="{4409E2D5-2EE9-4BA0-BD9F-F64DED9F646E}"/>
              </a:ext>
            </a:extLst>
          </p:cNvPr>
          <p:cNvSpPr>
            <a:spLocks xmlns:a="http://schemas.openxmlformats.org/drawingml/2006/main" noGrp="1"/>
          </p:cNvSpPr>
          <p:nvPr/>
        </p:nvSpPr>
        <p:spPr>
          <a:xfrm xmlns:a="http://schemas.openxmlformats.org/drawingml/2006/main">
            <a:off x="4800600" y="26479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13" b="1">
                <a:solidFill>
                  <a:srgbClr val="00205B"/>
                </a:solidFill>
                <a:latin typeface="Tenorite"/>
                <a:ea typeface="Tenorite"/>
                <a:cs typeface="Tenorite"/>
              </a:defRPr>
            </a:pPr>
            <a:r>
              <a:rPr sz="1313" b="1">
                <a:solidFill>
                  <a:srgbClr val="00205B"/>
                </a:solidFill>
                <a:latin typeface="Tenorite"/>
                <a:ea typeface="Tenorite"/>
                <a:cs typeface="Tenorite"/>
              </a:rPr>
              <a:t>The Autonomous AI Dilemma</a:t>
            </a:r>
          </a:p>
        </p:txBody>
      </p:sp>
      <p:sp>
        <p:nvSpPr>
          <p:cNvPr id="15" name="Right column body 2">
            <a:extLst xmlns:a="http://schemas.openxmlformats.org/drawingml/2006/main">
              <a:ext uri="{FF2B5EF4-FFF2-40B4-BE49-F238E27FC236}">
                <a16:creationId xmlns:a16="http://schemas.microsoft.com/office/drawing/2014/main" id="{7BD00245-D94D-45BB-B1BC-7C82F401EE6D}"/>
              </a:ext>
            </a:extLst>
          </p:cNvPr>
          <p:cNvSpPr>
            <a:spLocks xmlns:a="http://schemas.openxmlformats.org/drawingml/2006/main" noGrp="1"/>
          </p:cNvSpPr>
          <p:nvPr/>
        </p:nvSpPr>
        <p:spPr>
          <a:xfrm xmlns:a="http://schemas.openxmlformats.org/drawingml/2006/main">
            <a:off x="4800600" y="3057525"/>
            <a:ext cx="3714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63">
                <a:solidFill>
                  <a:srgbClr val="00205B"/>
                </a:solidFill>
                <a:latin typeface="Tenorite"/>
                <a:ea typeface="Tenorite"/>
                <a:cs typeface="Tenorite"/>
              </a:defRPr>
            </a:pPr>
            <a:r>
              <a:rPr sz="1163">
                <a:solidFill>
                  <a:srgbClr val="00205B"/>
                </a:solidFill>
                <a:latin typeface="Tenorite"/>
                <a:ea typeface="Tenorite"/>
                <a:cs typeface="Tenorite"/>
              </a:rPr>
              <a:t>Generic LLMs risk hallucinating unauthorized investment directives, violating strict SEC/FINRA compliance guidelines.</a:t>
            </a:r>
          </a:p>
        </p:txBody>
      </p:sp>
    </p:spTree>
    <p:extLst>
      <p:ext uri="{BB962C8B-B14F-4D97-AF65-F5344CB8AC3E}">
        <p14:creationId xmlns:p14="http://schemas.microsoft.com/office/powerpoint/2010/main" val="369720820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Rectangle 4">
            <a:extLst xmlns:a="http://schemas.openxmlformats.org/drawingml/2006/main">
              <a:ext uri="{FF2B5EF4-FFF2-40B4-BE49-F238E27FC236}">
                <a16:creationId xmlns:a16="http://schemas.microsoft.com/office/drawing/2014/main" id="{5C8ACBCD-71C7-9242-9FB1-FCCF646D0957}"/>
              </a:ext>
            </a:extLst>
          </p:cNvPr>
          <p:cNvSpPr>
            <a:spLocks xmlns:a="http://schemas.openxmlformats.org/drawingml/2006/main" noGrp="1"/>
          </p:cNvSpPr>
          <p:nvPr/>
        </p:nvSpPr>
        <p:spPr>
          <a:xfrm xmlns:a="http://schemas.openxmlformats.org/drawingml/2006/main">
            <a:off x="6112378" y="1255712"/>
            <a:ext cx="2571247" cy="281178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enorite"/>
              <a:ea typeface="Tenorite"/>
              <a:cs typeface="Tenorite"/>
            </a:endParaRPr>
          </a:p>
        </p:txBody>
      </p:sp>
      <p:sp>
        <p:nvSpPr>
          <p:cNvPr id="2" name="Title 1">
            <a:extLst xmlns:a="http://schemas.openxmlformats.org/drawingml/2006/main">
              <a:ext uri="{FF2B5EF4-FFF2-40B4-BE49-F238E27FC236}">
                <a16:creationId xmlns:a16="http://schemas.microsoft.com/office/drawing/2014/main" id="{862CE9F6-2285-FD49-99E5-7B66982CAE8E}"/>
              </a:ext>
            </a:extLst>
          </p:cNvPr>
          <p:cNvSpPr>
            <a:spLocks xmlns:a="http://schemas.openxmlformats.org/drawingml/2006/main" noGrp="1"/>
          </p:cNvSpPr>
          <p:nvPr>
            <p:ph type="title" idx="0"/>
          </p:nvPr>
        </p:nvSpPr>
        <p:spPr>
          <a:xfrm xmlns:a="http://schemas.openxmlformats.org/drawingml/2006/main">
            <a:off x="457199" y="429767"/>
            <a:ext cx="8229600" cy="406845"/>
          </a:xfrm>
        </p:spPr>
        <p:txBody>
          <a:bodyPr xmlns:a="http://schemas.openxmlformats.org/drawingml/2006/main"/>
          <a:lstStyle xmlns:a="http://schemas.openxmlformats.org/drawingml/2006/main"/>
          <a:p xmlns:a="http://schemas.openxmlformats.org/drawingml/2006/main">
            <a:r>
              <a:t>Briefly: Pre-Meeting Intelligence</a:t>
            </a:r>
          </a:p>
        </p:txBody>
      </p:sp>
      <p:sp>
        <p:nvSpPr>
          <p:cNvPr id="3" name="Footer Placeholder 2">
            <a:extLst xmlns:a="http://schemas.openxmlformats.org/drawingml/2006/main">
              <a:ext uri="{FF2B5EF4-FFF2-40B4-BE49-F238E27FC236}">
                <a16:creationId xmlns:a16="http://schemas.microsoft.com/office/drawing/2014/main" id="{23887B11-CD5E-4BF6-257C-A6FDA3B9F6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14" name="Text Placeholder 13">
            <a:extLst xmlns:a="http://schemas.openxmlformats.org/drawingml/2006/main">
              <a:ext uri="{FF2B5EF4-FFF2-40B4-BE49-F238E27FC236}">
                <a16:creationId xmlns:a16="http://schemas.microsoft.com/office/drawing/2014/main" id="{50E7E27C-CBBE-0345-BD6D-3D9EC0787BCD}"/>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pPr>
              <a:defRPr sz="1088"/>
            </a:pPr>
            <a:r>
              <a:rPr sz="1088"/>
              <a:t>Instant Pre-Meeting Intelligence &amp; Human-in-the-Loop Orchestration • A compliance-first AI workspace delivering automated briefs and cross-book intelligence.</a:t>
            </a:r>
          </a:p>
        </p:txBody>
      </p:sp>
      <p:sp>
        <p:nvSpPr>
          <p:cNvPr id="9" name="TextBox 8">
            <a:extLst xmlns:a="http://schemas.openxmlformats.org/drawingml/2006/main">
              <a:ext uri="{FF2B5EF4-FFF2-40B4-BE49-F238E27FC236}">
                <a16:creationId xmlns:a16="http://schemas.microsoft.com/office/drawing/2014/main" id="{B106AAAE-62C6-BE45-94DA-D8746FF48690}"/>
              </a:ext>
            </a:extLst>
          </p:cNvPr>
          <p:cNvSpPr>
            <a:spLocks xmlns:a="http://schemas.openxmlformats.org/drawingml/2006/main" noGrp="1"/>
          </p:cNvSpPr>
          <p:nvPr/>
        </p:nvSpPr>
        <p:spPr>
          <a:xfrm xmlns:a="http://schemas.openxmlformats.org/drawingml/2006/main">
            <a:off x="457200" y="4164690"/>
            <a:ext cx="7054076" cy="276999"/>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r>
              <a:rPr sz="900">
                <a:latin typeface="Tenorite"/>
                <a:ea typeface="Tenorite"/>
                <a:cs typeface="Tenorite"/>
              </a:rPr>
              <a:t/>
            </a:r>
          </a:p>
        </p:txBody>
      </p:sp>
      <p:sp>
        <p:nvSpPr>
          <p:cNvPr id="13" name="Straight Connector 12">
            <a:extLst xmlns:a="http://schemas.openxmlformats.org/drawingml/2006/main">
              <a:ext uri="{FF2B5EF4-FFF2-40B4-BE49-F238E27FC236}">
                <a16:creationId xmlns:a16="http://schemas.microsoft.com/office/drawing/2014/main" id="{3F43EDEB-497E-42EB-BA16-18CA877472F4}"/>
              </a:ext>
            </a:extLst>
          </p:cNvPr>
          <p:cNvSpPr>
            <a:spLocks xmlns:a="http://schemas.openxmlformats.org/drawingml/2006/main" noGrp="1"/>
          </p:cNvSpPr>
          <p:nvPr/>
        </p:nvSpPr>
        <p:spPr>
          <a:xfrm xmlns:a="http://schemas.openxmlformats.org/drawingml/2006/main">
            <a:off x="6609789" y="2278359"/>
            <a:ext cx="1767248"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tent Placeholder 5">
            <a:extLst xmlns:a="http://schemas.openxmlformats.org/drawingml/2006/main">
              <a:ext uri="{FF2B5EF4-FFF2-40B4-BE49-F238E27FC236}">
                <a16:creationId xmlns:a16="http://schemas.microsoft.com/office/drawing/2014/main" id="{E0D2734D-BFB8-0278-80FE-1BD3A690CA1D}"/>
              </a:ext>
            </a:extLst>
          </p:cNvPr>
          <p:cNvSpPr>
            <a:spLocks xmlns:a="http://schemas.openxmlformats.org/drawingml/2006/main" noGrp="1"/>
          </p:cNvSpPr>
          <p:nvPr/>
        </p:nvSpPr>
        <p:spPr>
          <a:xfrm xmlns:a="http://schemas.openxmlformats.org/drawingml/2006/main">
            <a:off x="6657382" y="2442798"/>
            <a:ext cx="1565402" cy="9641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82296" tIns="0" rIns="82296" bIns="0" anchor="t"/>
          <a:lstStyle xmlns:a="http://schemas.openxmlformats.org/drawingml/2006/main">
            <a:lvl1pPr marL="173038" indent="-173038" algn="l" defTabSz="457200">
              <a:spcBef>
                <a:spcPct val="20000"/>
              </a:spcBef>
              <a:spcAft>
                <a:spcPct val="0"/>
              </a:spcAft>
              <a:buClr>
                <a:srgbClr val="262626"/>
              </a:buClr>
              <a:buFont typeface="Wingdings"/>
              <a:buChar char="§"/>
              <a:defRPr sz="1600" kern="1200">
                <a:solidFill>
                  <a:srgbClr val="262626"/>
                </a:solidFill>
                <a:latin typeface="Arial"/>
                <a:ea typeface="Arial"/>
                <a:cs typeface="Arial"/>
              </a:defRPr>
            </a:lvl1pPr>
            <a:lvl2pPr marL="287338" indent="-174625" algn="l" defTabSz="457200">
              <a:spcBef>
                <a:spcPct val="20000"/>
              </a:spcBef>
              <a:spcAft>
                <a:spcPct val="0"/>
              </a:spcAft>
              <a:buClr>
                <a:srgbClr val="262626"/>
              </a:buClr>
              <a:buFont typeface="Arial"/>
              <a:buChar char="−"/>
              <a:defRPr sz="1200" kern="1200">
                <a:solidFill>
                  <a:srgbClr val="262626"/>
                </a:solidFill>
                <a:latin typeface="Arial"/>
                <a:ea typeface="Arial"/>
                <a:cs typeface="Arial"/>
              </a:defRPr>
            </a:lvl2pPr>
            <a:lvl3pPr marL="454025" indent="-166688" algn="l" defTabSz="457200">
              <a:spcBef>
                <a:spcPct val="20000"/>
              </a:spcBef>
              <a:spcAft>
                <a:spcPct val="0"/>
              </a:spcAft>
              <a:buClr>
                <a:srgbClr val="262626"/>
              </a:buClr>
              <a:buFont typeface="Arial"/>
              <a:buChar char="•"/>
              <a:defRPr sz="1100" kern="1200">
                <a:solidFill>
                  <a:srgbClr val="262626"/>
                </a:solidFill>
                <a:latin typeface="Arial"/>
                <a:ea typeface="Arial"/>
                <a:cs typeface="Arial"/>
              </a:defRPr>
            </a:lvl3pPr>
            <a:lvl4pPr marL="687388" indent="-173038" algn="l" defTabSz="457200">
              <a:spcBef>
                <a:spcPct val="20000"/>
              </a:spcBef>
              <a:spcAft>
                <a:spcPct val="0"/>
              </a:spcAft>
              <a:buClr>
                <a:srgbClr val="262626"/>
              </a:buClr>
              <a:buFont typeface="Lucida Grande"/>
              <a:buChar char="–"/>
              <a:defRPr sz="1000" kern="1200">
                <a:solidFill>
                  <a:srgbClr val="262626"/>
                </a:solidFill>
                <a:latin typeface="Arial"/>
                <a:ea typeface="Arial"/>
                <a:cs typeface="Arial"/>
              </a:defRPr>
            </a:lvl4pPr>
            <a:lvl5pPr marL="914400" indent="-171450" algn="l" defTabSz="457200">
              <a:spcBef>
                <a:spcPct val="20000"/>
              </a:spcBef>
              <a:spcAft>
                <a:spcPct val="0"/>
              </a:spcAft>
              <a:buClr>
                <a:srgbClr val="262626"/>
              </a:buClr>
              <a:buFont typeface="Arial"/>
              <a:buChar char="•"/>
              <a:defRPr sz="800" kern="1200">
                <a:solidFill>
                  <a:srgbClr val="262626"/>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a:lstStyle>
          <a:p xmlns:a="http://schemas.openxmlformats.org/drawingml/2006/main">
            <a:pPr marL="0" indent="0" algn="ctr">
              <a:spcBef>
                <a:spcPts val="0"/>
              </a:spcBef>
              <a:spcAft>
                <a:spcPts val="540"/>
              </a:spcAft>
              <a:buNone/>
            </a:pPr>
            <a:r>
              <a:rPr sz="1800" b="1">
                <a:solidFill>
                  <a:schemeClr val="accent5"/>
                </a:solidFill>
                <a:latin typeface="Tenorite"/>
                <a:ea typeface="Tenorite"/>
                <a:cs typeface="Tenorite"/>
              </a:rPr>
              <a:t/>
            </a:r>
          </a:p>
        </p:txBody>
      </p:sp>
      <p:pic>
        <p:nvPicPr>
          <p:cNvPr id="46" name="Graphic 18"/>
          <p:cNvPicPr>
            <a:picLocks xmlns:a="http://schemas.openxmlformats.org/drawingml/2006/main" noChangeAspect="1"/>
          </p:cNvPicPr>
          <p:nvPr/>
        </p:nvPicPr>
        <p:blipFill>
          <a:blip xmlns:r="http://schemas.openxmlformats.org/officeDocument/2006/relationships" xmlns:a="http://schemas.openxmlformats.org/drawingml/2006/main" r:embed="Rf8d0d85104c84534">
            <a:extLst>
              <a:ext uri="{96DAC541-7B7A-43D3-8B79-37D633B846F1}">
                <asvg:svgBlip xmlns:asvg="http://schemas.microsoft.com/office/drawing/2016/SVG/main" r:embed="R3969858289f44050"/>
              </a:ext>
            </a:extLst>
          </a:blip>
          <a:srcRect xmlns:a="http://schemas.openxmlformats.org/drawingml/2006/main" l="0" t="0" r="0" b="0"/>
          <a:stretch xmlns:a="http://schemas.openxmlformats.org/drawingml/2006/main"/>
        </p:blipFill>
        <p:spPr>
          <a:xfrm xmlns:a="http://schemas.openxmlformats.org/drawingml/2006/main">
            <a:off x="7219228" y="1610486"/>
            <a:ext cx="441708" cy="441708"/>
          </a:xfrm>
          <a:prstGeom xmlns:a="http://schemas.openxmlformats.org/drawingml/2006/main" prst="rect">
            <a:avLst/>
          </a:prstGeom>
        </p:spPr>
      </p:pic>
      <p:sp>
        <p:nvSpPr>
          <p:cNvPr id="20" name="Rectangle 19">
            <a:extLst xmlns:a="http://schemas.openxmlformats.org/drawingml/2006/main">
              <a:ext uri="{FF2B5EF4-FFF2-40B4-BE49-F238E27FC236}">
                <a16:creationId xmlns:a16="http://schemas.microsoft.com/office/drawing/2014/main" id="{6A16ECE9-EA10-D1FA-98C0-E997271E028F}"/>
              </a:ext>
            </a:extLst>
          </p:cNvPr>
          <p:cNvSpPr>
            <a:spLocks xmlns:a="http://schemas.openxmlformats.org/drawingml/2006/main" noGrp="1"/>
          </p:cNvSpPr>
          <p:nvPr/>
        </p:nvSpPr>
        <p:spPr>
          <a:xfrm xmlns:a="http://schemas.openxmlformats.org/drawingml/2006/main">
            <a:off x="3290888" y="1255712"/>
            <a:ext cx="2571247" cy="281178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enorite"/>
              <a:ea typeface="Tenorite"/>
              <a:cs typeface="Tenorite"/>
            </a:endParaRPr>
          </a:p>
        </p:txBody>
      </p:sp>
      <p:sp>
        <p:nvSpPr>
          <p:cNvPr id="21" name="Straight Connector 20">
            <a:extLst xmlns:a="http://schemas.openxmlformats.org/drawingml/2006/main">
              <a:ext uri="{FF2B5EF4-FFF2-40B4-BE49-F238E27FC236}">
                <a16:creationId xmlns:a16="http://schemas.microsoft.com/office/drawing/2014/main" id="{252281DF-52DE-4D54-8AD8-063E5F00FBFA}"/>
              </a:ext>
            </a:extLst>
          </p:cNvPr>
          <p:cNvSpPr>
            <a:spLocks xmlns:a="http://schemas.openxmlformats.org/drawingml/2006/main" noGrp="1"/>
          </p:cNvSpPr>
          <p:nvPr/>
        </p:nvSpPr>
        <p:spPr>
          <a:xfrm xmlns:a="http://schemas.openxmlformats.org/drawingml/2006/main">
            <a:off x="3788299" y="2278359"/>
            <a:ext cx="1767248"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Content Placeholder 5">
            <a:extLst xmlns:a="http://schemas.openxmlformats.org/drawingml/2006/main">
              <a:ext uri="{FF2B5EF4-FFF2-40B4-BE49-F238E27FC236}">
                <a16:creationId xmlns:a16="http://schemas.microsoft.com/office/drawing/2014/main" id="{B3F1C9CF-D5D9-2C40-4557-52BB96B1C251}"/>
              </a:ext>
            </a:extLst>
          </p:cNvPr>
          <p:cNvSpPr>
            <a:spLocks xmlns:a="http://schemas.openxmlformats.org/drawingml/2006/main" noGrp="1"/>
          </p:cNvSpPr>
          <p:nvPr/>
        </p:nvSpPr>
        <p:spPr>
          <a:xfrm xmlns:a="http://schemas.openxmlformats.org/drawingml/2006/main">
            <a:off x="3835892" y="2442798"/>
            <a:ext cx="1565402" cy="9641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82296" tIns="0" rIns="82296" bIns="0" anchor="t"/>
          <a:lstStyle xmlns:a="http://schemas.openxmlformats.org/drawingml/2006/main">
            <a:lvl1pPr marL="173038" indent="-173038" algn="l" defTabSz="457200">
              <a:spcBef>
                <a:spcPct val="20000"/>
              </a:spcBef>
              <a:spcAft>
                <a:spcPct val="0"/>
              </a:spcAft>
              <a:buClr>
                <a:srgbClr val="262626"/>
              </a:buClr>
              <a:buFont typeface="Wingdings"/>
              <a:buChar char="§"/>
              <a:defRPr sz="1600" kern="1200">
                <a:solidFill>
                  <a:srgbClr val="262626"/>
                </a:solidFill>
                <a:latin typeface="Arial"/>
                <a:ea typeface="Arial"/>
                <a:cs typeface="Arial"/>
              </a:defRPr>
            </a:lvl1pPr>
            <a:lvl2pPr marL="287338" indent="-174625" algn="l" defTabSz="457200">
              <a:spcBef>
                <a:spcPct val="20000"/>
              </a:spcBef>
              <a:spcAft>
                <a:spcPct val="0"/>
              </a:spcAft>
              <a:buClr>
                <a:srgbClr val="262626"/>
              </a:buClr>
              <a:buFont typeface="Arial"/>
              <a:buChar char="−"/>
              <a:defRPr sz="1200" kern="1200">
                <a:solidFill>
                  <a:srgbClr val="262626"/>
                </a:solidFill>
                <a:latin typeface="Arial"/>
                <a:ea typeface="Arial"/>
                <a:cs typeface="Arial"/>
              </a:defRPr>
            </a:lvl2pPr>
            <a:lvl3pPr marL="454025" indent="-166688" algn="l" defTabSz="457200">
              <a:spcBef>
                <a:spcPct val="20000"/>
              </a:spcBef>
              <a:spcAft>
                <a:spcPct val="0"/>
              </a:spcAft>
              <a:buClr>
                <a:srgbClr val="262626"/>
              </a:buClr>
              <a:buFont typeface="Arial"/>
              <a:buChar char="•"/>
              <a:defRPr sz="1100" kern="1200">
                <a:solidFill>
                  <a:srgbClr val="262626"/>
                </a:solidFill>
                <a:latin typeface="Arial"/>
                <a:ea typeface="Arial"/>
                <a:cs typeface="Arial"/>
              </a:defRPr>
            </a:lvl3pPr>
            <a:lvl4pPr marL="687388" indent="-173038" algn="l" defTabSz="457200">
              <a:spcBef>
                <a:spcPct val="20000"/>
              </a:spcBef>
              <a:spcAft>
                <a:spcPct val="0"/>
              </a:spcAft>
              <a:buClr>
                <a:srgbClr val="262626"/>
              </a:buClr>
              <a:buFont typeface="Lucida Grande"/>
              <a:buChar char="–"/>
              <a:defRPr sz="1000" kern="1200">
                <a:solidFill>
                  <a:srgbClr val="262626"/>
                </a:solidFill>
                <a:latin typeface="Arial"/>
                <a:ea typeface="Arial"/>
                <a:cs typeface="Arial"/>
              </a:defRPr>
            </a:lvl4pPr>
            <a:lvl5pPr marL="914400" indent="-171450" algn="l" defTabSz="457200">
              <a:spcBef>
                <a:spcPct val="20000"/>
              </a:spcBef>
              <a:spcAft>
                <a:spcPct val="0"/>
              </a:spcAft>
              <a:buClr>
                <a:srgbClr val="262626"/>
              </a:buClr>
              <a:buFont typeface="Arial"/>
              <a:buChar char="•"/>
              <a:defRPr sz="800" kern="1200">
                <a:solidFill>
                  <a:srgbClr val="262626"/>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a:lstStyle>
          <a:p xmlns:a="http://schemas.openxmlformats.org/drawingml/2006/main">
            <a:pPr marL="0" indent="0" algn="ctr">
              <a:spcBef>
                <a:spcPts val="0"/>
              </a:spcBef>
              <a:spcAft>
                <a:spcPts val="540"/>
              </a:spcAft>
              <a:buNone/>
            </a:pPr>
            <a:r>
              <a:rPr sz="1800" b="1">
                <a:solidFill>
                  <a:schemeClr val="accent5"/>
                </a:solidFill>
                <a:latin typeface="Tenorite"/>
                <a:ea typeface="Tenorite"/>
                <a:cs typeface="Tenorite"/>
              </a:rPr>
              <a:t/>
            </a:r>
          </a:p>
        </p:txBody>
      </p:sp>
      <p:pic>
        <p:nvPicPr>
          <p:cNvPr id="50" name="Graphic 25"/>
          <p:cNvPicPr>
            <a:picLocks xmlns:a="http://schemas.openxmlformats.org/drawingml/2006/main" noChangeAspect="1"/>
          </p:cNvPicPr>
          <p:nvPr/>
        </p:nvPicPr>
        <p:blipFill>
          <a:blip xmlns:r="http://schemas.openxmlformats.org/officeDocument/2006/relationships" xmlns:a="http://schemas.openxmlformats.org/drawingml/2006/main" r:embed="Rcdc949653a6a4df0">
            <a:extLst>
              <a:ext uri="{96DAC541-7B7A-43D3-8B79-37D633B846F1}">
                <asvg:svgBlip xmlns:asvg="http://schemas.microsoft.com/office/drawing/2016/SVG/main" r:embed="R72c2f360652248c8"/>
              </a:ext>
            </a:extLst>
          </a:blip>
          <a:srcRect xmlns:a="http://schemas.openxmlformats.org/drawingml/2006/main" l="0" t="0" r="0" b="0"/>
          <a:stretch xmlns:a="http://schemas.openxmlformats.org/drawingml/2006/main"/>
        </p:blipFill>
        <p:spPr>
          <a:xfrm xmlns:a="http://schemas.openxmlformats.org/drawingml/2006/main">
            <a:off x="4393039" y="1610486"/>
            <a:ext cx="451106" cy="441708"/>
          </a:xfrm>
          <a:prstGeom xmlns:a="http://schemas.openxmlformats.org/drawingml/2006/main" prst="rect">
            <a:avLst/>
          </a:prstGeom>
        </p:spPr>
      </p:pic>
      <p:sp>
        <p:nvSpPr>
          <p:cNvPr id="27" name="Rectangle 26">
            <a:extLst xmlns:a="http://schemas.openxmlformats.org/drawingml/2006/main">
              <a:ext uri="{FF2B5EF4-FFF2-40B4-BE49-F238E27FC236}">
                <a16:creationId xmlns:a16="http://schemas.microsoft.com/office/drawing/2014/main" id="{BB4F5AFD-70E3-EDED-1C60-DE0424D5ABF0}"/>
              </a:ext>
            </a:extLst>
          </p:cNvPr>
          <p:cNvSpPr>
            <a:spLocks xmlns:a="http://schemas.openxmlformats.org/drawingml/2006/main" noGrp="1"/>
          </p:cNvSpPr>
          <p:nvPr/>
        </p:nvSpPr>
        <p:spPr>
          <a:xfrm xmlns:a="http://schemas.openxmlformats.org/drawingml/2006/main">
            <a:off x="457043" y="1255712"/>
            <a:ext cx="2571247" cy="281178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enorite"/>
              <a:ea typeface="Tenorite"/>
              <a:cs typeface="Tenorite"/>
            </a:endParaRPr>
          </a:p>
        </p:txBody>
      </p:sp>
      <p:sp>
        <p:nvSpPr>
          <p:cNvPr id="28" name="Straight Connector 27">
            <a:extLst xmlns:a="http://schemas.openxmlformats.org/drawingml/2006/main">
              <a:ext uri="{FF2B5EF4-FFF2-40B4-BE49-F238E27FC236}">
                <a16:creationId xmlns:a16="http://schemas.microsoft.com/office/drawing/2014/main" id="{C2E6E5FA-8C56-49A0-8C68-C3FC62081143}"/>
              </a:ext>
            </a:extLst>
          </p:cNvPr>
          <p:cNvSpPr>
            <a:spLocks xmlns:a="http://schemas.openxmlformats.org/drawingml/2006/main" noGrp="1"/>
          </p:cNvSpPr>
          <p:nvPr/>
        </p:nvSpPr>
        <p:spPr>
          <a:xfrm xmlns:a="http://schemas.openxmlformats.org/drawingml/2006/main">
            <a:off x="954454" y="2278359"/>
            <a:ext cx="1767248"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9" name="Content Placeholder 5">
            <a:extLst xmlns:a="http://schemas.openxmlformats.org/drawingml/2006/main">
              <a:ext uri="{FF2B5EF4-FFF2-40B4-BE49-F238E27FC236}">
                <a16:creationId xmlns:a16="http://schemas.microsoft.com/office/drawing/2014/main" id="{B64E8866-040E-3293-E830-1F675012A291}"/>
              </a:ext>
            </a:extLst>
          </p:cNvPr>
          <p:cNvSpPr>
            <a:spLocks xmlns:a="http://schemas.openxmlformats.org/drawingml/2006/main" noGrp="1"/>
          </p:cNvSpPr>
          <p:nvPr/>
        </p:nvSpPr>
        <p:spPr>
          <a:xfrm xmlns:a="http://schemas.openxmlformats.org/drawingml/2006/main">
            <a:off x="1002047" y="2442798"/>
            <a:ext cx="1565402" cy="9641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82296" tIns="0" rIns="82296" bIns="0" anchor="t"/>
          <a:lstStyle xmlns:a="http://schemas.openxmlformats.org/drawingml/2006/main">
            <a:lvl1pPr marL="173038" indent="-173038" algn="l" defTabSz="457200">
              <a:spcBef>
                <a:spcPct val="20000"/>
              </a:spcBef>
              <a:spcAft>
                <a:spcPct val="0"/>
              </a:spcAft>
              <a:buClr>
                <a:srgbClr val="262626"/>
              </a:buClr>
              <a:buFont typeface="Wingdings"/>
              <a:buChar char="§"/>
              <a:defRPr sz="1600" kern="1200">
                <a:solidFill>
                  <a:srgbClr val="262626"/>
                </a:solidFill>
                <a:latin typeface="Arial"/>
                <a:ea typeface="Arial"/>
                <a:cs typeface="Arial"/>
              </a:defRPr>
            </a:lvl1pPr>
            <a:lvl2pPr marL="287338" indent="-174625" algn="l" defTabSz="457200">
              <a:spcBef>
                <a:spcPct val="20000"/>
              </a:spcBef>
              <a:spcAft>
                <a:spcPct val="0"/>
              </a:spcAft>
              <a:buClr>
                <a:srgbClr val="262626"/>
              </a:buClr>
              <a:buFont typeface="Arial"/>
              <a:buChar char="−"/>
              <a:defRPr sz="1200" kern="1200">
                <a:solidFill>
                  <a:srgbClr val="262626"/>
                </a:solidFill>
                <a:latin typeface="Arial"/>
                <a:ea typeface="Arial"/>
                <a:cs typeface="Arial"/>
              </a:defRPr>
            </a:lvl2pPr>
            <a:lvl3pPr marL="454025" indent="-166688" algn="l" defTabSz="457200">
              <a:spcBef>
                <a:spcPct val="20000"/>
              </a:spcBef>
              <a:spcAft>
                <a:spcPct val="0"/>
              </a:spcAft>
              <a:buClr>
                <a:srgbClr val="262626"/>
              </a:buClr>
              <a:buFont typeface="Arial"/>
              <a:buChar char="•"/>
              <a:defRPr sz="1100" kern="1200">
                <a:solidFill>
                  <a:srgbClr val="262626"/>
                </a:solidFill>
                <a:latin typeface="Arial"/>
                <a:ea typeface="Arial"/>
                <a:cs typeface="Arial"/>
              </a:defRPr>
            </a:lvl3pPr>
            <a:lvl4pPr marL="687388" indent="-173038" algn="l" defTabSz="457200">
              <a:spcBef>
                <a:spcPct val="20000"/>
              </a:spcBef>
              <a:spcAft>
                <a:spcPct val="0"/>
              </a:spcAft>
              <a:buClr>
                <a:srgbClr val="262626"/>
              </a:buClr>
              <a:buFont typeface="Lucida Grande"/>
              <a:buChar char="–"/>
              <a:defRPr sz="1000" kern="1200">
                <a:solidFill>
                  <a:srgbClr val="262626"/>
                </a:solidFill>
                <a:latin typeface="Arial"/>
                <a:ea typeface="Arial"/>
                <a:cs typeface="Arial"/>
              </a:defRPr>
            </a:lvl4pPr>
            <a:lvl5pPr marL="914400" indent="-171450" algn="l" defTabSz="457200">
              <a:spcBef>
                <a:spcPct val="20000"/>
              </a:spcBef>
              <a:spcAft>
                <a:spcPct val="0"/>
              </a:spcAft>
              <a:buClr>
                <a:srgbClr val="262626"/>
              </a:buClr>
              <a:buFont typeface="Arial"/>
              <a:buChar char="•"/>
              <a:defRPr sz="800" kern="1200">
                <a:solidFill>
                  <a:srgbClr val="262626"/>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a:lstStyle>
          <a:p xmlns:a="http://schemas.openxmlformats.org/drawingml/2006/main">
            <a:pPr marL="0" indent="0" algn="ctr">
              <a:spcBef>
                <a:spcPts val="0"/>
              </a:spcBef>
              <a:spcAft>
                <a:spcPts val="540"/>
              </a:spcAft>
              <a:buNone/>
            </a:pPr>
            <a:r>
              <a:rPr sz="1800" b="1">
                <a:solidFill>
                  <a:schemeClr val="accent5"/>
                </a:solidFill>
                <a:latin typeface="Tenorite"/>
                <a:ea typeface="Tenorite"/>
                <a:cs typeface="Tenorite"/>
              </a:rPr>
              <a:t/>
            </a:r>
          </a:p>
        </p:txBody>
      </p:sp>
      <p:pic>
        <p:nvPicPr>
          <p:cNvPr id="54" name="Graphic 29"/>
          <p:cNvPicPr>
            <a:picLocks xmlns:a="http://schemas.openxmlformats.org/drawingml/2006/main" noChangeAspect="1"/>
          </p:cNvPicPr>
          <p:nvPr/>
        </p:nvPicPr>
        <p:blipFill>
          <a:blip xmlns:r="http://schemas.openxmlformats.org/officeDocument/2006/relationships" xmlns:a="http://schemas.openxmlformats.org/drawingml/2006/main" r:embed="R8dd0e00d68ee4746">
            <a:extLst>
              <a:ext uri="{96DAC541-7B7A-43D3-8B79-37D633B846F1}">
                <asvg:svgBlip xmlns:asvg="http://schemas.microsoft.com/office/drawing/2016/SVG/main" r:embed="Rc82b183383e44c86"/>
              </a:ext>
            </a:extLst>
          </a:blip>
          <a:srcRect xmlns:a="http://schemas.openxmlformats.org/drawingml/2006/main" l="0" t="0" r="0" b="0"/>
          <a:stretch xmlns:a="http://schemas.openxmlformats.org/drawingml/2006/main"/>
        </p:blipFill>
        <p:spPr>
          <a:xfrm xmlns:a="http://schemas.openxmlformats.org/drawingml/2006/main">
            <a:off x="1515176" y="1610486"/>
            <a:ext cx="539143" cy="441708"/>
          </a:xfrm>
          <a:prstGeom xmlns:a="http://schemas.openxmlformats.org/drawingml/2006/main" prst="rect">
            <a:avLst/>
          </a:prstGeom>
        </p:spPr>
      </p:pic>
      <p:sp>
        <p:nvSpPr>
          <p:cNvPr id="33" name="Feature 1 heading">
            <a:extLst xmlns:a="http://schemas.openxmlformats.org/drawingml/2006/main">
              <a:ext uri="{FF2B5EF4-FFF2-40B4-BE49-F238E27FC236}">
                <a16:creationId xmlns:a16="http://schemas.microsoft.com/office/drawing/2014/main" id="{0556A13D-3BBD-48D5-BE33-6917F61C4773}"/>
              </a:ext>
            </a:extLst>
          </p:cNvPr>
          <p:cNvSpPr>
            <a:spLocks xmlns:a="http://schemas.openxmlformats.org/drawingml/2006/main" noGrp="1"/>
          </p:cNvSpPr>
          <p:nvPr/>
        </p:nvSpPr>
        <p:spPr>
          <a:xfrm xmlns:a="http://schemas.openxmlformats.org/drawingml/2006/main">
            <a:off x="1002047" y="2452323"/>
            <a:ext cx="1565402"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0205B"/>
                </a:solidFill>
                <a:latin typeface="Tenorite"/>
                <a:ea typeface="Tenorite"/>
                <a:cs typeface="Tenorite"/>
              </a:defRPr>
            </a:pPr>
            <a:r>
              <a:rPr sz="1050" b="1">
                <a:solidFill>
                  <a:srgbClr val="00205B"/>
                </a:solidFill>
                <a:latin typeface="Tenorite"/>
                <a:ea typeface="Tenorite"/>
                <a:cs typeface="Tenorite"/>
              </a:rPr>
              <a:t>1-Click Executive Briefs</a:t>
            </a:r>
          </a:p>
        </p:txBody>
      </p:sp>
      <p:sp>
        <p:nvSpPr>
          <p:cNvPr id="34" name="Feature 1 detail">
            <a:extLst xmlns:a="http://schemas.openxmlformats.org/drawingml/2006/main">
              <a:ext uri="{FF2B5EF4-FFF2-40B4-BE49-F238E27FC236}">
                <a16:creationId xmlns:a16="http://schemas.microsoft.com/office/drawing/2014/main" id="{1D0BC863-2FD7-496F-88A0-192D6B219487}"/>
              </a:ext>
            </a:extLst>
          </p:cNvPr>
          <p:cNvSpPr>
            <a:spLocks xmlns:a="http://schemas.openxmlformats.org/drawingml/2006/main" noGrp="1"/>
          </p:cNvSpPr>
          <p:nvPr/>
        </p:nvSpPr>
        <p:spPr>
          <a:xfrm xmlns:a="http://schemas.openxmlformats.org/drawingml/2006/main">
            <a:off x="1078247" y="2919048"/>
            <a:ext cx="1413002"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086"/>
          </a:bodyPr>
          <a:lstStyle xmlns:a="http://schemas.openxmlformats.org/drawingml/2006/main"/>
          <a:p xmlns:a="http://schemas.openxmlformats.org/drawingml/2006/main">
            <a:pPr algn="ctr">
              <a:defRPr sz="930">
                <a:solidFill>
                  <a:srgbClr val="00205B"/>
                </a:solidFill>
                <a:latin typeface="Tenorite"/>
                <a:ea typeface="Tenorite"/>
                <a:cs typeface="Tenorite"/>
              </a:defRPr>
            </a:pPr>
            <a:r>
              <a:rPr sz="930">
                <a:solidFill>
                  <a:srgbClr val="00205B"/>
                </a:solidFill>
                <a:latin typeface="Tenorite"/>
                <a:ea typeface="Tenorite"/>
                <a:cs typeface="Tenorite"/>
              </a:rPr>
              <a:t>Generates a structured one-page brief integrating portfolio snapshots, risk alignment, CRM notes, and suggested talking points. Exports directly to an institutional-grade PDF via fpdf2.</a:t>
            </a:r>
          </a:p>
        </p:txBody>
      </p:sp>
      <p:sp>
        <p:nvSpPr>
          <p:cNvPr id="35" name="Feature 2 heading">
            <a:extLst xmlns:a="http://schemas.openxmlformats.org/drawingml/2006/main">
              <a:ext uri="{FF2B5EF4-FFF2-40B4-BE49-F238E27FC236}">
                <a16:creationId xmlns:a16="http://schemas.microsoft.com/office/drawing/2014/main" id="{04103348-2B18-42EF-A15C-F8281C500AF3}"/>
              </a:ext>
            </a:extLst>
          </p:cNvPr>
          <p:cNvSpPr>
            <a:spLocks xmlns:a="http://schemas.openxmlformats.org/drawingml/2006/main" noGrp="1"/>
          </p:cNvSpPr>
          <p:nvPr/>
        </p:nvSpPr>
        <p:spPr>
          <a:xfrm xmlns:a="http://schemas.openxmlformats.org/drawingml/2006/main">
            <a:off x="3835892" y="2452323"/>
            <a:ext cx="1565402"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0205B"/>
                </a:solidFill>
                <a:latin typeface="Tenorite"/>
                <a:ea typeface="Tenorite"/>
                <a:cs typeface="Tenorite"/>
              </a:defRPr>
            </a:pPr>
            <a:r>
              <a:rPr sz="1050" b="1">
                <a:solidFill>
                  <a:srgbClr val="00205B"/>
                </a:solidFill>
                <a:latin typeface="Tenorite"/>
                <a:ea typeface="Tenorite"/>
                <a:cs typeface="Tenorite"/>
              </a:rPr>
              <a:t>Real-Time Market &amp; News Grounding</a:t>
            </a:r>
          </a:p>
        </p:txBody>
      </p:sp>
      <p:sp>
        <p:nvSpPr>
          <p:cNvPr id="36" name="Feature 2 detail">
            <a:extLst xmlns:a="http://schemas.openxmlformats.org/drawingml/2006/main">
              <a:ext uri="{FF2B5EF4-FFF2-40B4-BE49-F238E27FC236}">
                <a16:creationId xmlns:a16="http://schemas.microsoft.com/office/drawing/2014/main" id="{F7C963EF-B903-4C84-B26D-A55935A81EDB}"/>
              </a:ext>
            </a:extLst>
          </p:cNvPr>
          <p:cNvSpPr>
            <a:spLocks xmlns:a="http://schemas.openxmlformats.org/drawingml/2006/main" noGrp="1"/>
          </p:cNvSpPr>
          <p:nvPr/>
        </p:nvSpPr>
        <p:spPr>
          <a:xfrm xmlns:a="http://schemas.openxmlformats.org/drawingml/2006/main">
            <a:off x="3912092" y="2919048"/>
            <a:ext cx="1413002"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30">
                <a:solidFill>
                  <a:srgbClr val="00205B"/>
                </a:solidFill>
                <a:latin typeface="Tenorite"/>
                <a:ea typeface="Tenorite"/>
                <a:cs typeface="Tenorite"/>
              </a:defRPr>
            </a:pPr>
            <a:r>
              <a:rPr sz="930">
                <a:solidFill>
                  <a:srgbClr val="00205B"/>
                </a:solidFill>
                <a:latin typeface="Tenorite"/>
                <a:ea typeface="Tenorite"/>
                <a:cs typeface="Tenorite"/>
              </a:rPr>
              <a:t>Connects directly to live market pricing (yfinance) and macroeconomic news streams (duckduckgo-search) to ground every discussion in current market reality.</a:t>
            </a:r>
          </a:p>
        </p:txBody>
      </p:sp>
      <p:sp>
        <p:nvSpPr>
          <p:cNvPr id="37" name="Feature 3 heading">
            <a:extLst xmlns:a="http://schemas.openxmlformats.org/drawingml/2006/main">
              <a:ext uri="{FF2B5EF4-FFF2-40B4-BE49-F238E27FC236}">
                <a16:creationId xmlns:a16="http://schemas.microsoft.com/office/drawing/2014/main" id="{D1CDCFA7-BB8A-424F-8BA9-210D6F06DBE3}"/>
              </a:ext>
            </a:extLst>
          </p:cNvPr>
          <p:cNvSpPr>
            <a:spLocks xmlns:a="http://schemas.openxmlformats.org/drawingml/2006/main" noGrp="1"/>
          </p:cNvSpPr>
          <p:nvPr/>
        </p:nvSpPr>
        <p:spPr>
          <a:xfrm xmlns:a="http://schemas.openxmlformats.org/drawingml/2006/main">
            <a:off x="6657382" y="2452323"/>
            <a:ext cx="1565402"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0205B"/>
                </a:solidFill>
                <a:latin typeface="Tenorite"/>
                <a:ea typeface="Tenorite"/>
                <a:cs typeface="Tenorite"/>
              </a:defRPr>
            </a:pPr>
            <a:r>
              <a:rPr sz="1050" b="1">
                <a:solidFill>
                  <a:srgbClr val="00205B"/>
                </a:solidFill>
                <a:latin typeface="Tenorite"/>
                <a:ea typeface="Tenorite"/>
                <a:cs typeface="Tenorite"/>
              </a:rPr>
              <a:t>“Ask-Your-Book” Copilot &amp; Task Timeline</a:t>
            </a:r>
          </a:p>
        </p:txBody>
      </p:sp>
      <p:sp>
        <p:nvSpPr>
          <p:cNvPr id="38" name="Feature 3 detail">
            <a:extLst xmlns:a="http://schemas.openxmlformats.org/drawingml/2006/main">
              <a:ext uri="{FF2B5EF4-FFF2-40B4-BE49-F238E27FC236}">
                <a16:creationId xmlns:a16="http://schemas.microsoft.com/office/drawing/2014/main" id="{16CEEDFF-5678-47AA-BA6A-F70C2B26CD3E}"/>
              </a:ext>
            </a:extLst>
          </p:cNvPr>
          <p:cNvSpPr>
            <a:spLocks xmlns:a="http://schemas.openxmlformats.org/drawingml/2006/main" noGrp="1"/>
          </p:cNvSpPr>
          <p:nvPr/>
        </p:nvSpPr>
        <p:spPr>
          <a:xfrm xmlns:a="http://schemas.openxmlformats.org/drawingml/2006/main">
            <a:off x="6733582" y="2919048"/>
            <a:ext cx="1413002"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30">
                <a:solidFill>
                  <a:srgbClr val="00205B"/>
                </a:solidFill>
                <a:latin typeface="Tenorite"/>
                <a:ea typeface="Tenorite"/>
                <a:cs typeface="Tenorite"/>
              </a:defRPr>
            </a:pPr>
            <a:r>
              <a:rPr sz="930">
                <a:solidFill>
                  <a:srgbClr val="00205B"/>
                </a:solidFill>
                <a:latin typeface="Tenorite"/>
                <a:ea typeface="Tenorite"/>
                <a:cs typeface="Tenorite"/>
              </a:rPr>
              <a:t>Natural language queries across the entire client roster alongside an interactive visual timeline that flags urgent and pending tasks dynamically.</a:t>
            </a:r>
          </a:p>
        </p:txBody>
      </p:sp>
    </p:spTree>
    <p:extLst>
      <p:ext uri="{BB962C8B-B14F-4D97-AF65-F5344CB8AC3E}">
        <p14:creationId xmlns:p14="http://schemas.microsoft.com/office/powerpoint/2010/main" val="11161577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4703A7A-EED3-9A4F-9A9C-8997DC424357}"/>
              </a:ext>
            </a:extLst>
          </p:cNvPr>
          <p:cNvSpPr>
            <a:spLocks xmlns:a="http://schemas.openxmlformats.org/drawingml/2006/main" noGrp="1"/>
          </p:cNvSpPr>
          <p:nvPr>
            <p:ph type="title" idx="0"/>
          </p:nvPr>
        </p:nvSpPr>
        <p:spPr>
          <a:xfrm xmlns:a="http://schemas.openxmlformats.org/drawingml/2006/main">
            <a:off x="457199" y="429767"/>
            <a:ext cx="8229600" cy="406845"/>
          </a:xfrm>
        </p:spPr>
        <p:txBody>
          <a:bodyPr xmlns:a="http://schemas.openxmlformats.org/drawingml/2006/main"/>
          <a:lstStyle xmlns:a="http://schemas.openxmlformats.org/drawingml/2006/main"/>
          <a:p xmlns:a="http://schemas.openxmlformats.org/drawingml/2006/main">
            <a:pPr>
              <a:defRPr sz="2325"/>
            </a:pPr>
            <a:r>
              <a:rPr sz="2325"/>
              <a:t>Technical Architecture &amp; AWS</a:t>
            </a:r>
          </a:p>
        </p:txBody>
      </p:sp>
      <p:sp>
        <p:nvSpPr>
          <p:cNvPr id="4" name="Footer Placeholder 3">
            <a:extLst xmlns:a="http://schemas.openxmlformats.org/drawingml/2006/main">
              <a:ext uri="{FF2B5EF4-FFF2-40B4-BE49-F238E27FC236}">
                <a16:creationId xmlns:a16="http://schemas.microsoft.com/office/drawing/2014/main" id="{43FA4267-506C-D346-B140-5729DBD8E7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5" name="Text Placeholder 4">
            <a:extLst xmlns:a="http://schemas.openxmlformats.org/drawingml/2006/main">
              <a:ext uri="{FF2B5EF4-FFF2-40B4-BE49-F238E27FC236}">
                <a16:creationId xmlns:a16="http://schemas.microsoft.com/office/drawing/2014/main" id="{44B3F914-7538-9A4A-B6BC-828FB82F3B0B}"/>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Serverless Multi-Agent Orchestration Powered by Amazon Bedrock • Built for high reliability, deterministic tool calling, and zero PII exposure.</a:t>
            </a:r>
          </a:p>
        </p:txBody>
      </p:sp>
      <p:sp>
        <p:nvSpPr>
          <p:cNvPr id="3" name="TextBox 2">
            <a:extLst xmlns:a="http://schemas.openxmlformats.org/drawingml/2006/main">
              <a:ext uri="{FF2B5EF4-FFF2-40B4-BE49-F238E27FC236}">
                <a16:creationId xmlns:a16="http://schemas.microsoft.com/office/drawing/2014/main" id="{CCD753D6-2224-D748-AACF-4ECE1538632A}"/>
              </a:ext>
            </a:extLst>
          </p:cNvPr>
          <p:cNvSpPr>
            <a:spLocks xmlns:a="http://schemas.openxmlformats.org/drawingml/2006/main" noGrp="1"/>
          </p:cNvSpPr>
          <p:nvPr/>
        </p:nvSpPr>
        <p:spPr>
          <a:xfrm xmlns:a="http://schemas.openxmlformats.org/drawingml/2006/main">
            <a:off x="2395728" y="704088"/>
            <a:ext cx="0" cy="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spcBef>
                <a:spcPct val="20000"/>
              </a:spcBef>
              <a:buNone/>
            </a:pPr>
            <a:endParaRPr sz="1400">
              <a:solidFill>
                <a:srgbClr val="081D4D"/>
              </a:solidFill>
              <a:latin typeface="Arial"/>
              <a:ea typeface="Arial"/>
              <a:cs typeface="Arial"/>
            </a:endParaRPr>
          </a:p>
        </p:txBody>
      </p:sp>
      <p:sp>
        <p:nvSpPr>
          <p:cNvPr id="17" name="TextBox 16">
            <a:extLst xmlns:a="http://schemas.openxmlformats.org/drawingml/2006/main">
              <a:ext uri="{FF2B5EF4-FFF2-40B4-BE49-F238E27FC236}">
                <a16:creationId xmlns:a16="http://schemas.microsoft.com/office/drawing/2014/main" id="{C176DF96-5B74-9043-BC1D-1FA59BEE6851}"/>
              </a:ext>
            </a:extLst>
          </p:cNvPr>
          <p:cNvSpPr>
            <a:spLocks xmlns:a="http://schemas.openxmlformats.org/drawingml/2006/main" noGrp="1"/>
          </p:cNvSpPr>
          <p:nvPr/>
        </p:nvSpPr>
        <p:spPr>
          <a:xfrm xmlns:a="http://schemas.openxmlformats.org/drawingml/2006/main">
            <a:off x="2538383" y="1310967"/>
            <a:ext cx="292608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6820"/>
          </a:bodyPr>
          <a:lstStyle xmlns:a="http://schemas.openxmlformats.org/drawingml/2006/main"/>
          <a:p xmlns:a="http://schemas.openxmlformats.org/drawingml/2006/main">
            <a:pPr>
              <a:defRPr sz="990"/>
            </a:pPr>
            <a:r>
              <a:rPr sz="990"/>
              <a:t>Streamlit UI</a:t>
            </a:r>
          </a:p>
          <a:p xmlns:a="http://schemas.openxmlformats.org/drawingml/2006/main">
            <a:pPr>
              <a:spcBef>
                <a:spcPts val="600"/>
              </a:spcBef>
              <a:buNone/>
              <a:defRPr sz="990"/>
            </a:pPr>
            <a:r>
              <a:rPr sz="990"/>
              <a:t>Wide-screen advisor dashboard featuring a persistent Muse-style assistant sidebar, real-time metrics, dynamic task timelines, and one-click PDF generation.</a:t>
            </a:r>
            <a:endParaRPr sz="1000" b="1">
              <a:solidFill>
                <a:schemeClr val="accent5"/>
              </a:solidFill>
              <a:latin typeface="Tenorite"/>
              <a:ea typeface="Tenorite"/>
              <a:cs typeface="Tenorite"/>
            </a:endParaRPr>
          </a:p>
        </p:txBody>
      </p:sp>
      <p:sp>
        <p:nvSpPr>
          <p:cNvPr id="14" name="Flowchart: Off-page Connector 22">
            <a:extLst xmlns:a="http://schemas.openxmlformats.org/drawingml/2006/main">
              <a:ext uri="{FF2B5EF4-FFF2-40B4-BE49-F238E27FC236}">
                <a16:creationId xmlns:a16="http://schemas.microsoft.com/office/drawing/2014/main" id="{C137D6A5-15A8-8547-941C-B812DC379827}"/>
              </a:ext>
            </a:extLst>
          </p:cNvPr>
          <p:cNvSpPr>
            <a:spLocks xmlns:a="http://schemas.openxmlformats.org/drawingml/2006/main" noGrp="1"/>
          </p:cNvSpPr>
          <p:nvPr/>
        </p:nvSpPr>
        <p:spPr>
          <a:xfrm xmlns:a="http://schemas.openxmlformats.org/drawingml/2006/main" rot="16200000">
            <a:off x="1056335" y="665620"/>
            <a:ext cx="762000" cy="1916791"/>
          </a:xfrm>
          <a:prstGeom xmlns:a="http://schemas.openxmlformats.org/drawingml/2006/main" prst="flowChartOffpageConnector">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vert" anchor="ctr"/>
          <a:lstStyle xmlns:a="http://schemas.openxmlformats.org/drawingml/2006/main"/>
          <a:p xmlns:a="http://schemas.openxmlformats.org/drawingml/2006/main">
            <a:pPr algn="ctr">
              <a:buNone/>
            </a:pPr>
            <a:endParaRPr sz="2400">
              <a:latin typeface="Tenorite"/>
              <a:ea typeface="Tenorite"/>
              <a:cs typeface="Tenorite"/>
            </a:endParaRPr>
          </a:p>
        </p:txBody>
      </p:sp>
      <p:sp>
        <p:nvSpPr>
          <p:cNvPr id="15" name="Round Same Side Corner Rectangle 14">
            <a:extLst xmlns:a="http://schemas.openxmlformats.org/drawingml/2006/main">
              <a:ext uri="{FF2B5EF4-FFF2-40B4-BE49-F238E27FC236}">
                <a16:creationId xmlns:a16="http://schemas.microsoft.com/office/drawing/2014/main" id="{DB43A435-816B-B447-AAE4-6914A693F166}"/>
              </a:ext>
            </a:extLst>
          </p:cNvPr>
          <p:cNvSpPr>
            <a:spLocks xmlns:a="http://schemas.openxmlformats.org/drawingml/2006/main" noGrp="1"/>
          </p:cNvSpPr>
          <p:nvPr/>
        </p:nvSpPr>
        <p:spPr>
          <a:xfrm xmlns:a="http://schemas.openxmlformats.org/drawingml/2006/main" rot="16200000">
            <a:off x="99059" y="1601154"/>
            <a:ext cx="762001" cy="45719"/>
          </a:xfrm>
          <a:prstGeom xmlns:a="http://schemas.openxmlformats.org/drawingml/2006/main" prst="round2SameRect">
            <a:avLst>
              <a:gd name="adj1" fmla="val 0"/>
              <a:gd name="adj2" fmla="val 0"/>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vert" lIns="0" tIns="182880" anchor="ctr"/>
          <a:lstStyle xmlns:a="http://schemas.openxmlformats.org/drawingml/2006/main"/>
          <a:p xmlns:a="http://schemas.openxmlformats.org/drawingml/2006/main">
            <a:endParaRPr b="1">
              <a:solidFill>
                <a:schemeClr val="accent1"/>
              </a:solidFill>
              <a:latin typeface="Tenorite"/>
              <a:ea typeface="Tenorite"/>
              <a:cs typeface="Tenorite"/>
            </a:endParaRPr>
          </a:p>
        </p:txBody>
      </p:sp>
      <p:sp>
        <p:nvSpPr>
          <p:cNvPr id="6" name="TextBox 5">
            <a:extLst xmlns:a="http://schemas.openxmlformats.org/drawingml/2006/main">
              <a:ext uri="{FF2B5EF4-FFF2-40B4-BE49-F238E27FC236}">
                <a16:creationId xmlns:a16="http://schemas.microsoft.com/office/drawing/2014/main" id="{7D7451C6-7359-F247-86E5-68A6857BDD49}"/>
              </a:ext>
            </a:extLst>
          </p:cNvPr>
          <p:cNvSpPr>
            <a:spLocks xmlns:a="http://schemas.openxmlformats.org/drawingml/2006/main" noGrp="1"/>
          </p:cNvSpPr>
          <p:nvPr/>
        </p:nvSpPr>
        <p:spPr>
          <a:xfrm xmlns:a="http://schemas.openxmlformats.org/drawingml/2006/main">
            <a:off x="657176" y="1446968"/>
            <a:ext cx="4430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a:solidFill>
                  <a:schemeClr val="accent5"/>
                </a:solidFill>
                <a:latin typeface="Tenorite"/>
                <a:ea typeface="Tenorite"/>
                <a:cs typeface="Tenorite"/>
              </a:rPr>
              <a:t>01</a:t>
            </a:r>
            <a:endParaRPr>
              <a:solidFill>
                <a:schemeClr val="accent5"/>
              </a:solidFill>
            </a:endParaRPr>
          </a:p>
        </p:txBody>
      </p:sp>
      <p:pic>
        <p:nvPicPr>
          <p:cNvPr id="57" name="Graphic 6"/>
          <p:cNvPicPr>
            <a:picLocks xmlns:a="http://schemas.openxmlformats.org/drawingml/2006/main" noChangeAspect="1"/>
          </p:cNvPicPr>
          <p:nvPr/>
        </p:nvPicPr>
        <p:blipFill>
          <a:blip xmlns:r="http://schemas.openxmlformats.org/officeDocument/2006/relationships" xmlns:a="http://schemas.openxmlformats.org/drawingml/2006/main" r:embed="R13b0c9efab694a37">
            <a:extLst>
              <a:ext uri="{96DAC541-7B7A-43D3-8B79-37D633B846F1}">
                <asvg:svgBlip xmlns:asvg="http://schemas.microsoft.com/office/drawing/2016/SVG/main" r:embed="R8619ec93f9c44885"/>
              </a:ext>
            </a:extLst>
          </a:blip>
          <a:srcRect xmlns:a="http://schemas.openxmlformats.org/drawingml/2006/main" l="0" t="0" r="0" b="0"/>
          <a:stretch xmlns:a="http://schemas.openxmlformats.org/drawingml/2006/main"/>
        </p:blipFill>
        <p:spPr>
          <a:xfrm xmlns:a="http://schemas.openxmlformats.org/drawingml/2006/main">
            <a:off x="1278008" y="1423531"/>
            <a:ext cx="489413" cy="400964"/>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9A67954F-9A8D-D75F-1B90-4849A8F6F7DC}"/>
              </a:ext>
            </a:extLst>
          </p:cNvPr>
          <p:cNvSpPr>
            <a:spLocks xmlns:a="http://schemas.openxmlformats.org/drawingml/2006/main" noGrp="1"/>
          </p:cNvSpPr>
          <p:nvPr/>
        </p:nvSpPr>
        <p:spPr>
          <a:xfrm xmlns:a="http://schemas.openxmlformats.org/drawingml/2006/main">
            <a:off x="3611438" y="2149445"/>
            <a:ext cx="292608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6820"/>
          </a:bodyPr>
          <a:lstStyle xmlns:a="http://schemas.openxmlformats.org/drawingml/2006/main"/>
          <a:p xmlns:a="http://schemas.openxmlformats.org/drawingml/2006/main">
            <a:pPr>
              <a:defRPr sz="990"/>
            </a:pPr>
            <a:r>
              <a:rPr sz="990"/>
              <a:t>Amazon Bedrock (Claude 3)</a:t>
            </a:r>
          </a:p>
          <a:p xmlns:a="http://schemas.openxmlformats.org/drawingml/2006/main">
            <a:pPr>
              <a:spcBef>
                <a:spcPts val="600"/>
              </a:spcBef>
              <a:buNone/>
              <a:defRPr sz="990"/>
            </a:pPr>
            <a:r>
              <a:rPr sz="990"/>
              <a:t>Powered by anthropic.claude-3-sonnet using the boto3 converse API to execute multi-agent intent routing, conversational memory, and structured reasoning.</a:t>
            </a:r>
            <a:endParaRPr sz="1000" b="1">
              <a:solidFill>
                <a:schemeClr val="accent5"/>
              </a:solidFill>
              <a:latin typeface="Tenorite"/>
              <a:ea typeface="Tenorite"/>
              <a:cs typeface="Tenorite"/>
            </a:endParaRPr>
          </a:p>
        </p:txBody>
      </p:sp>
      <p:sp>
        <p:nvSpPr>
          <p:cNvPr id="11" name="Flowchart: Off-page Connector 22">
            <a:extLst xmlns:a="http://schemas.openxmlformats.org/drawingml/2006/main">
              <a:ext uri="{FF2B5EF4-FFF2-40B4-BE49-F238E27FC236}">
                <a16:creationId xmlns:a16="http://schemas.microsoft.com/office/drawing/2014/main" id="{B53C14C7-D248-4E45-192E-23320964ED88}"/>
              </a:ext>
            </a:extLst>
          </p:cNvPr>
          <p:cNvSpPr>
            <a:spLocks xmlns:a="http://schemas.openxmlformats.org/drawingml/2006/main" noGrp="1"/>
          </p:cNvSpPr>
          <p:nvPr/>
        </p:nvSpPr>
        <p:spPr>
          <a:xfrm xmlns:a="http://schemas.openxmlformats.org/drawingml/2006/main" rot="16200000">
            <a:off x="2129390" y="1504099"/>
            <a:ext cx="762000" cy="1916792"/>
          </a:xfrm>
          <a:prstGeom xmlns:a="http://schemas.openxmlformats.org/drawingml/2006/main" prst="flowChartOffpageConnector">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vert" anchor="ctr"/>
          <a:lstStyle xmlns:a="http://schemas.openxmlformats.org/drawingml/2006/main"/>
          <a:p xmlns:a="http://schemas.openxmlformats.org/drawingml/2006/main">
            <a:pPr algn="ctr">
              <a:buNone/>
            </a:pPr>
            <a:endParaRPr sz="2400">
              <a:latin typeface="Tenorite"/>
              <a:ea typeface="Tenorite"/>
              <a:cs typeface="Tenorite"/>
            </a:endParaRPr>
          </a:p>
        </p:txBody>
      </p:sp>
      <p:sp>
        <p:nvSpPr>
          <p:cNvPr id="13" name="TextBox 12">
            <a:extLst xmlns:a="http://schemas.openxmlformats.org/drawingml/2006/main">
              <a:ext uri="{FF2B5EF4-FFF2-40B4-BE49-F238E27FC236}">
                <a16:creationId xmlns:a16="http://schemas.microsoft.com/office/drawing/2014/main" id="{00C81AA8-A2CF-414C-5116-70BCF33EB0CC}"/>
              </a:ext>
            </a:extLst>
          </p:cNvPr>
          <p:cNvSpPr>
            <a:spLocks xmlns:a="http://schemas.openxmlformats.org/drawingml/2006/main" noGrp="1"/>
          </p:cNvSpPr>
          <p:nvPr/>
        </p:nvSpPr>
        <p:spPr>
          <a:xfrm xmlns:a="http://schemas.openxmlformats.org/drawingml/2006/main">
            <a:off x="1730231" y="2285446"/>
            <a:ext cx="4430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a:solidFill>
                  <a:schemeClr val="accent5"/>
                </a:solidFill>
                <a:latin typeface="Tenorite"/>
                <a:ea typeface="Tenorite"/>
                <a:cs typeface="Tenorite"/>
              </a:rPr>
              <a:t>02</a:t>
            </a:r>
            <a:endParaRPr>
              <a:solidFill>
                <a:schemeClr val="accent5"/>
              </a:solidFill>
            </a:endParaRPr>
          </a:p>
        </p:txBody>
      </p:sp>
      <p:pic>
        <p:nvPicPr>
          <p:cNvPr id="61" name="Graphic 20"/>
          <p:cNvPicPr>
            <a:picLocks xmlns:a="http://schemas.openxmlformats.org/drawingml/2006/main" noChangeAspect="1"/>
          </p:cNvPicPr>
          <p:nvPr/>
        </p:nvPicPr>
        <p:blipFill>
          <a:blip xmlns:r="http://schemas.openxmlformats.org/officeDocument/2006/relationships" xmlns:a="http://schemas.openxmlformats.org/drawingml/2006/main" r:embed="R35cadf77a7e84f42">
            <a:extLst>
              <a:ext uri="{96DAC541-7B7A-43D3-8B79-37D633B846F1}">
                <asvg:svgBlip xmlns:asvg="http://schemas.microsoft.com/office/drawing/2016/SVG/main" r:embed="Rffa47e6bc5a04e62"/>
              </a:ext>
            </a:extLst>
          </a:blip>
          <a:srcRect xmlns:a="http://schemas.openxmlformats.org/drawingml/2006/main" l="0" t="0" r="0" b="0"/>
          <a:stretch xmlns:a="http://schemas.openxmlformats.org/drawingml/2006/main"/>
        </p:blipFill>
        <p:spPr>
          <a:xfrm xmlns:a="http://schemas.openxmlformats.org/drawingml/2006/main">
            <a:off x="2391022" y="2262009"/>
            <a:ext cx="409495" cy="400964"/>
          </a:xfrm>
          <a:prstGeom xmlns:a="http://schemas.openxmlformats.org/drawingml/2006/main" prst="rect">
            <a:avLst/>
          </a:prstGeom>
        </p:spPr>
      </p:pic>
      <p:sp>
        <p:nvSpPr>
          <p:cNvPr id="41" name="Round Same Side Corner Rectangle 14">
            <a:extLst xmlns:a="http://schemas.openxmlformats.org/drawingml/2006/main">
              <a:ext uri="{FF2B5EF4-FFF2-40B4-BE49-F238E27FC236}">
                <a16:creationId xmlns:a16="http://schemas.microsoft.com/office/drawing/2014/main" id="{A67EA9C7-7063-4401-2219-6E6236F0805D}"/>
              </a:ext>
            </a:extLst>
          </p:cNvPr>
          <p:cNvSpPr>
            <a:spLocks xmlns:a="http://schemas.openxmlformats.org/drawingml/2006/main" noGrp="1"/>
          </p:cNvSpPr>
          <p:nvPr/>
        </p:nvSpPr>
        <p:spPr>
          <a:xfrm xmlns:a="http://schemas.openxmlformats.org/drawingml/2006/main" rot="16200000">
            <a:off x="1193852" y="2439631"/>
            <a:ext cx="762001" cy="45719"/>
          </a:xfrm>
          <a:prstGeom xmlns:a="http://schemas.openxmlformats.org/drawingml/2006/main" prst="round2SameRect">
            <a:avLst>
              <a:gd name="adj1" fmla="val 0"/>
              <a:gd name="adj2" fmla="val 0"/>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vert" lIns="0" tIns="182880" anchor="ctr"/>
          <a:lstStyle xmlns:a="http://schemas.openxmlformats.org/drawingml/2006/main"/>
          <a:p xmlns:a="http://schemas.openxmlformats.org/drawingml/2006/main">
            <a:endParaRPr b="1">
              <a:solidFill>
                <a:schemeClr val="accent1"/>
              </a:solidFill>
              <a:latin typeface="Tenorite"/>
              <a:ea typeface="Tenorite"/>
              <a:cs typeface="Tenorite"/>
            </a:endParaRPr>
          </a:p>
        </p:txBody>
      </p:sp>
      <p:sp>
        <p:nvSpPr>
          <p:cNvPr id="26" name="TextBox 25">
            <a:extLst xmlns:a="http://schemas.openxmlformats.org/drawingml/2006/main">
              <a:ext uri="{FF2B5EF4-FFF2-40B4-BE49-F238E27FC236}">
                <a16:creationId xmlns:a16="http://schemas.microsoft.com/office/drawing/2014/main" id="{07F18387-4CE7-25B7-AFA9-E9A79481A134}"/>
              </a:ext>
            </a:extLst>
          </p:cNvPr>
          <p:cNvSpPr>
            <a:spLocks xmlns:a="http://schemas.openxmlformats.org/drawingml/2006/main" noGrp="1"/>
          </p:cNvSpPr>
          <p:nvPr/>
        </p:nvSpPr>
        <p:spPr>
          <a:xfrm xmlns:a="http://schemas.openxmlformats.org/drawingml/2006/main">
            <a:off x="4684492" y="2987923"/>
            <a:ext cx="292608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6820"/>
          </a:bodyPr>
          <a:lstStyle xmlns:a="http://schemas.openxmlformats.org/drawingml/2006/main"/>
          <a:p xmlns:a="http://schemas.openxmlformats.org/drawingml/2006/main">
            <a:pPr>
              <a:defRPr sz="990"/>
            </a:pPr>
            <a:r>
              <a:rPr sz="990"/>
              <a:t>Dynamic Python Tool Execution</a:t>
            </a:r>
          </a:p>
          <a:p xmlns:a="http://schemas.openxmlformats.org/drawingml/2006/main">
            <a:pPr>
              <a:spcBef>
                <a:spcPts val="600"/>
              </a:spcBef>
              <a:buNone/>
              <a:defRPr sz="990"/>
            </a:pPr>
            <a:r>
              <a:rPr sz="990"/>
              <a:t>Bedrock autonomously invokes get_live_market_data for quotes, fetch_market_news for macro headlines, and query_crm_notes for contextual retrieval.</a:t>
            </a:r>
            <a:endParaRPr sz="1000" b="1">
              <a:solidFill>
                <a:schemeClr val="accent5"/>
              </a:solidFill>
              <a:latin typeface="Tenorite"/>
              <a:ea typeface="Tenorite"/>
              <a:cs typeface="Tenorite"/>
            </a:endParaRPr>
          </a:p>
        </p:txBody>
      </p:sp>
      <p:sp>
        <p:nvSpPr>
          <p:cNvPr id="27" name="Flowchart: Off-page Connector 22">
            <a:extLst xmlns:a="http://schemas.openxmlformats.org/drawingml/2006/main">
              <a:ext uri="{FF2B5EF4-FFF2-40B4-BE49-F238E27FC236}">
                <a16:creationId xmlns:a16="http://schemas.microsoft.com/office/drawing/2014/main" id="{381E1C36-B4C8-2B1E-11E5-9CE8CFB784A8}"/>
              </a:ext>
            </a:extLst>
          </p:cNvPr>
          <p:cNvSpPr>
            <a:spLocks xmlns:a="http://schemas.openxmlformats.org/drawingml/2006/main" noGrp="1"/>
          </p:cNvSpPr>
          <p:nvPr/>
        </p:nvSpPr>
        <p:spPr>
          <a:xfrm xmlns:a="http://schemas.openxmlformats.org/drawingml/2006/main" rot="16200000">
            <a:off x="3202444" y="2342577"/>
            <a:ext cx="762000" cy="1916792"/>
          </a:xfrm>
          <a:prstGeom xmlns:a="http://schemas.openxmlformats.org/drawingml/2006/main" prst="flowChartOffpageConnector">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vert" anchor="ctr"/>
          <a:lstStyle xmlns:a="http://schemas.openxmlformats.org/drawingml/2006/main"/>
          <a:p xmlns:a="http://schemas.openxmlformats.org/drawingml/2006/main">
            <a:pPr algn="ctr">
              <a:buNone/>
            </a:pPr>
            <a:endParaRPr sz="2400">
              <a:latin typeface="Tenorite"/>
              <a:ea typeface="Tenorite"/>
              <a:cs typeface="Tenorite"/>
            </a:endParaRPr>
          </a:p>
        </p:txBody>
      </p:sp>
      <p:sp>
        <p:nvSpPr>
          <p:cNvPr id="29" name="TextBox 28">
            <a:extLst xmlns:a="http://schemas.openxmlformats.org/drawingml/2006/main">
              <a:ext uri="{FF2B5EF4-FFF2-40B4-BE49-F238E27FC236}">
                <a16:creationId xmlns:a16="http://schemas.microsoft.com/office/drawing/2014/main" id="{F66BA252-E0D1-B613-B131-00AE105905E1}"/>
              </a:ext>
            </a:extLst>
          </p:cNvPr>
          <p:cNvSpPr>
            <a:spLocks xmlns:a="http://schemas.openxmlformats.org/drawingml/2006/main" noGrp="1"/>
          </p:cNvSpPr>
          <p:nvPr/>
        </p:nvSpPr>
        <p:spPr>
          <a:xfrm xmlns:a="http://schemas.openxmlformats.org/drawingml/2006/main">
            <a:off x="2803285" y="3123924"/>
            <a:ext cx="4430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a:solidFill>
                  <a:schemeClr val="accent5"/>
                </a:solidFill>
                <a:latin typeface="Tenorite"/>
                <a:ea typeface="Tenorite"/>
                <a:cs typeface="Tenorite"/>
              </a:rPr>
              <a:t>03</a:t>
            </a:r>
            <a:endParaRPr>
              <a:solidFill>
                <a:schemeClr val="accent5"/>
              </a:solidFill>
            </a:endParaRPr>
          </a:p>
        </p:txBody>
      </p:sp>
      <p:pic>
        <p:nvPicPr>
          <p:cNvPr id="66" name="Graphic 29"/>
          <p:cNvPicPr>
            <a:picLocks xmlns:a="http://schemas.openxmlformats.org/drawingml/2006/main" noChangeAspect="1"/>
          </p:cNvPicPr>
          <p:nvPr/>
        </p:nvPicPr>
        <p:blipFill>
          <a:blip xmlns:r="http://schemas.openxmlformats.org/officeDocument/2006/relationships" xmlns:a="http://schemas.openxmlformats.org/drawingml/2006/main" r:embed="Re6f033cf094c4caa">
            <a:extLst>
              <a:ext uri="{96DAC541-7B7A-43D3-8B79-37D633B846F1}">
                <asvg:svgBlip xmlns:asvg="http://schemas.microsoft.com/office/drawing/2016/SVG/main" r:embed="R9ac3bcb7023e4b8a"/>
              </a:ext>
            </a:extLst>
          </a:blip>
          <a:srcRect xmlns:a="http://schemas.openxmlformats.org/drawingml/2006/main" l="0" t="0" r="0" b="0"/>
          <a:stretch xmlns:a="http://schemas.openxmlformats.org/drawingml/2006/main"/>
        </p:blipFill>
        <p:spPr>
          <a:xfrm xmlns:a="http://schemas.openxmlformats.org/drawingml/2006/main">
            <a:off x="3468341" y="3100487"/>
            <a:ext cx="400964" cy="400964"/>
          </a:xfrm>
          <a:prstGeom xmlns:a="http://schemas.openxmlformats.org/drawingml/2006/main" prst="rect">
            <a:avLst/>
          </a:prstGeom>
        </p:spPr>
      </p:pic>
      <p:sp>
        <p:nvSpPr>
          <p:cNvPr id="42" name="Round Same Side Corner Rectangle 14">
            <a:extLst xmlns:a="http://schemas.openxmlformats.org/drawingml/2006/main">
              <a:ext uri="{FF2B5EF4-FFF2-40B4-BE49-F238E27FC236}">
                <a16:creationId xmlns:a16="http://schemas.microsoft.com/office/drawing/2014/main" id="{4F44BCE8-16BC-8192-170C-E2B9BC647D39}"/>
              </a:ext>
            </a:extLst>
          </p:cNvPr>
          <p:cNvSpPr>
            <a:spLocks xmlns:a="http://schemas.openxmlformats.org/drawingml/2006/main" noGrp="1"/>
          </p:cNvSpPr>
          <p:nvPr/>
        </p:nvSpPr>
        <p:spPr>
          <a:xfrm xmlns:a="http://schemas.openxmlformats.org/drawingml/2006/main" rot="16200000">
            <a:off x="2286756" y="3278113"/>
            <a:ext cx="762001" cy="45719"/>
          </a:xfrm>
          <a:prstGeom xmlns:a="http://schemas.openxmlformats.org/drawingml/2006/main" prst="round2SameRect">
            <a:avLst>
              <a:gd name="adj1" fmla="val 0"/>
              <a:gd name="adj2" fmla="val 0"/>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vert" lIns="0" tIns="182880" anchor="ctr"/>
          <a:lstStyle xmlns:a="http://schemas.openxmlformats.org/drawingml/2006/main"/>
          <a:p xmlns:a="http://schemas.openxmlformats.org/drawingml/2006/main">
            <a:endParaRPr b="1">
              <a:solidFill>
                <a:schemeClr val="accent1"/>
              </a:solidFill>
              <a:latin typeface="Tenorite"/>
              <a:ea typeface="Tenorite"/>
              <a:cs typeface="Tenorite"/>
            </a:endParaRPr>
          </a:p>
        </p:txBody>
      </p:sp>
      <p:sp>
        <p:nvSpPr>
          <p:cNvPr id="35" name="TextBox 34">
            <a:extLst xmlns:a="http://schemas.openxmlformats.org/drawingml/2006/main">
              <a:ext uri="{FF2B5EF4-FFF2-40B4-BE49-F238E27FC236}">
                <a16:creationId xmlns:a16="http://schemas.microsoft.com/office/drawing/2014/main" id="{D41604C0-6089-2953-BDC9-7D99AEF1B144}"/>
              </a:ext>
            </a:extLst>
          </p:cNvPr>
          <p:cNvSpPr>
            <a:spLocks xmlns:a="http://schemas.openxmlformats.org/drawingml/2006/main" noGrp="1"/>
          </p:cNvSpPr>
          <p:nvPr/>
        </p:nvSpPr>
        <p:spPr>
          <a:xfrm xmlns:a="http://schemas.openxmlformats.org/drawingml/2006/main">
            <a:off x="5757545" y="3826400"/>
            <a:ext cx="292608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6820"/>
          </a:bodyPr>
          <a:lstStyle xmlns:a="http://schemas.openxmlformats.org/drawingml/2006/main"/>
          <a:p xmlns:a="http://schemas.openxmlformats.org/drawingml/2006/main">
            <a:pPr>
              <a:defRPr sz="990"/>
            </a:pPr>
            <a:r>
              <a:rPr sz="990"/>
              <a:t>The “Agentic Pause”</a:t>
            </a:r>
          </a:p>
          <a:p xmlns:a="http://schemas.openxmlformats.org/drawingml/2006/main">
            <a:pPr>
              <a:spcBef>
                <a:spcPts val="600"/>
              </a:spcBef>
              <a:buNone/>
              <a:defRPr sz="990"/>
            </a:pPr>
            <a:r>
              <a:rPr sz="990"/>
              <a:t>AI proposals halt in a “Pending Advisor Review” modal. Mandatory advisor review and sign-off required before logging to CRM or finalizing outputs.</a:t>
            </a:r>
            <a:endParaRPr sz="1000" b="1">
              <a:solidFill>
                <a:schemeClr val="accent5"/>
              </a:solidFill>
              <a:latin typeface="Tenorite"/>
              <a:ea typeface="Tenorite"/>
              <a:cs typeface="Tenorite"/>
            </a:endParaRPr>
          </a:p>
        </p:txBody>
      </p:sp>
      <p:sp>
        <p:nvSpPr>
          <p:cNvPr id="36" name="Flowchart: Off-page Connector 22">
            <a:extLst xmlns:a="http://schemas.openxmlformats.org/drawingml/2006/main">
              <a:ext uri="{FF2B5EF4-FFF2-40B4-BE49-F238E27FC236}">
                <a16:creationId xmlns:a16="http://schemas.microsoft.com/office/drawing/2014/main" id="{DAC1E81C-5CE4-A068-FEAF-5948C172D2EE}"/>
              </a:ext>
            </a:extLst>
          </p:cNvPr>
          <p:cNvSpPr>
            <a:spLocks xmlns:a="http://schemas.openxmlformats.org/drawingml/2006/main" noGrp="1"/>
          </p:cNvSpPr>
          <p:nvPr/>
        </p:nvSpPr>
        <p:spPr>
          <a:xfrm xmlns:a="http://schemas.openxmlformats.org/drawingml/2006/main" rot="16200000">
            <a:off x="4275497" y="3181054"/>
            <a:ext cx="762000" cy="1916792"/>
          </a:xfrm>
          <a:prstGeom xmlns:a="http://schemas.openxmlformats.org/drawingml/2006/main" prst="flowChartOffpageConnector">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vert" anchor="ctr"/>
          <a:lstStyle xmlns:a="http://schemas.openxmlformats.org/drawingml/2006/main"/>
          <a:p xmlns:a="http://schemas.openxmlformats.org/drawingml/2006/main">
            <a:pPr algn="ctr">
              <a:buNone/>
            </a:pPr>
            <a:endParaRPr sz="2400">
              <a:latin typeface="Tenorite"/>
              <a:ea typeface="Tenorite"/>
              <a:cs typeface="Tenorite"/>
            </a:endParaRPr>
          </a:p>
        </p:txBody>
      </p:sp>
      <p:sp>
        <p:nvSpPr>
          <p:cNvPr id="38" name="TextBox 37">
            <a:extLst xmlns:a="http://schemas.openxmlformats.org/drawingml/2006/main">
              <a:ext uri="{FF2B5EF4-FFF2-40B4-BE49-F238E27FC236}">
                <a16:creationId xmlns:a16="http://schemas.microsoft.com/office/drawing/2014/main" id="{A7EAD414-0DBA-1A2B-AC93-A048B62171E5}"/>
              </a:ext>
            </a:extLst>
          </p:cNvPr>
          <p:cNvSpPr>
            <a:spLocks xmlns:a="http://schemas.openxmlformats.org/drawingml/2006/main" noGrp="1"/>
          </p:cNvSpPr>
          <p:nvPr/>
        </p:nvSpPr>
        <p:spPr>
          <a:xfrm xmlns:a="http://schemas.openxmlformats.org/drawingml/2006/main">
            <a:off x="3876338" y="3962401"/>
            <a:ext cx="44307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a:solidFill>
                  <a:schemeClr val="accent5"/>
                </a:solidFill>
                <a:latin typeface="Tenorite"/>
                <a:ea typeface="Tenorite"/>
                <a:cs typeface="Tenorite"/>
              </a:rPr>
              <a:t>04</a:t>
            </a:r>
            <a:endParaRPr>
              <a:solidFill>
                <a:schemeClr val="accent5"/>
              </a:solidFill>
            </a:endParaRPr>
          </a:p>
        </p:txBody>
      </p:sp>
      <p:pic>
        <p:nvPicPr>
          <p:cNvPr id="71" name="Graphic 39"/>
          <p:cNvPicPr>
            <a:picLocks xmlns:a="http://schemas.openxmlformats.org/drawingml/2006/main" noChangeAspect="1"/>
          </p:cNvPicPr>
          <p:nvPr/>
        </p:nvPicPr>
        <p:blipFill>
          <a:blip xmlns:r="http://schemas.openxmlformats.org/officeDocument/2006/relationships" xmlns:a="http://schemas.openxmlformats.org/drawingml/2006/main" r:embed="R57c9b43b02eb4a26">
            <a:extLst>
              <a:ext uri="{96DAC541-7B7A-43D3-8B79-37D633B846F1}">
                <asvg:svgBlip xmlns:asvg="http://schemas.microsoft.com/office/drawing/2016/SVG/main" r:embed="R6aeb8fc7c4574630"/>
              </a:ext>
            </a:extLst>
          </a:blip>
          <a:srcRect xmlns:a="http://schemas.openxmlformats.org/drawingml/2006/main" l="0" t="0" r="0" b="0"/>
          <a:stretch xmlns:a="http://schemas.openxmlformats.org/drawingml/2006/main"/>
        </p:blipFill>
        <p:spPr>
          <a:xfrm xmlns:a="http://schemas.openxmlformats.org/drawingml/2006/main">
            <a:off x="4497170" y="3948575"/>
            <a:ext cx="489413" cy="381742"/>
          </a:xfrm>
          <a:prstGeom xmlns:a="http://schemas.openxmlformats.org/drawingml/2006/main" prst="rect">
            <a:avLst/>
          </a:prstGeom>
        </p:spPr>
      </p:pic>
      <p:sp>
        <p:nvSpPr>
          <p:cNvPr id="44" name="Round Same Side Corner Rectangle 14">
            <a:extLst xmlns:a="http://schemas.openxmlformats.org/drawingml/2006/main">
              <a:ext uri="{FF2B5EF4-FFF2-40B4-BE49-F238E27FC236}">
                <a16:creationId xmlns:a16="http://schemas.microsoft.com/office/drawing/2014/main" id="{04E186BF-E0B4-DF54-2FBC-301788D6DD78}"/>
              </a:ext>
            </a:extLst>
          </p:cNvPr>
          <p:cNvSpPr>
            <a:spLocks xmlns:a="http://schemas.openxmlformats.org/drawingml/2006/main" noGrp="1"/>
          </p:cNvSpPr>
          <p:nvPr/>
        </p:nvSpPr>
        <p:spPr>
          <a:xfrm xmlns:a="http://schemas.openxmlformats.org/drawingml/2006/main" rot="16200000">
            <a:off x="3343114" y="4116590"/>
            <a:ext cx="762001" cy="45719"/>
          </a:xfrm>
          <a:prstGeom xmlns:a="http://schemas.openxmlformats.org/drawingml/2006/main" prst="round2SameRect">
            <a:avLst>
              <a:gd name="adj1" fmla="val 0"/>
              <a:gd name="adj2" fmla="val 0"/>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vert" lIns="0" tIns="182880" anchor="ctr"/>
          <a:lstStyle xmlns:a="http://schemas.openxmlformats.org/drawingml/2006/main"/>
          <a:p xmlns:a="http://schemas.openxmlformats.org/drawingml/2006/main">
            <a:endParaRPr b="1">
              <a:solidFill>
                <a:schemeClr val="accent1"/>
              </a:solidFill>
              <a:latin typeface="Tenorite"/>
              <a:ea typeface="Tenorite"/>
              <a:cs typeface="Tenorite"/>
            </a:endParaRPr>
          </a:p>
        </p:txBody>
      </p:sp>
    </p:spTree>
    <p:extLst>
      <p:ext uri="{BB962C8B-B14F-4D97-AF65-F5344CB8AC3E}">
        <p14:creationId xmlns:p14="http://schemas.microsoft.com/office/powerpoint/2010/main" val="230210930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9" name="Straight Connector 8">
            <a:extLst xmlns:a="http://schemas.openxmlformats.org/drawingml/2006/main">
              <a:ext uri="{FF2B5EF4-FFF2-40B4-BE49-F238E27FC236}">
                <a16:creationId xmlns:a16="http://schemas.microsoft.com/office/drawing/2014/main" id="{24BDF186-8EB7-4D5D-8A10-97324F03FD03}"/>
              </a:ext>
            </a:extLst>
          </p:cNvPr>
          <p:cNvSpPr>
            <a:spLocks xmlns:a="http://schemas.openxmlformats.org/drawingml/2006/main" noGrp="1"/>
          </p:cNvSpPr>
          <p:nvPr/>
        </p:nvSpPr>
        <p:spPr>
          <a:xfrm xmlns:a="http://schemas.openxmlformats.org/drawingml/2006/main">
            <a:off x="6406961" y="2466335"/>
            <a:ext cx="2036670" cy="0"/>
          </a:xfrm>
          <a:prstGeom xmlns:a="http://schemas.openxmlformats.org/drawingml/2006/main" prst="line">
            <a:avLst/>
          </a:prstGeom>
          <a:ln xmlns:a="http://schemas.openxmlformats.org/drawingml/2006/main" w="19050">
            <a:solidFill>
              <a:srgbClr val="A6A6A6"/>
            </a:solidFill>
            <a:prstDash val="sysDot"/>
            <a:headEnd type="none"/>
            <a:tailEnd type="oval"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4" name="Straight Connector 73">
            <a:extLst xmlns:a="http://schemas.openxmlformats.org/drawingml/2006/main">
              <a:ext uri="{FF2B5EF4-FFF2-40B4-BE49-F238E27FC236}">
                <a16:creationId xmlns:a16="http://schemas.microsoft.com/office/drawing/2014/main" id="{C587D826-6838-4227-A443-8A25788915C9}"/>
              </a:ext>
            </a:extLst>
          </p:cNvPr>
          <p:cNvSpPr>
            <a:spLocks xmlns:a="http://schemas.openxmlformats.org/drawingml/2006/main" noGrp="1"/>
          </p:cNvSpPr>
          <p:nvPr/>
        </p:nvSpPr>
        <p:spPr>
          <a:xfrm xmlns:a="http://schemas.openxmlformats.org/drawingml/2006/main">
            <a:off x="1516234" y="2466335"/>
            <a:ext cx="961790" cy="0"/>
          </a:xfrm>
          <a:prstGeom xmlns:a="http://schemas.openxmlformats.org/drawingml/2006/main" prst="line">
            <a:avLst/>
          </a:prstGeom>
          <a:ln xmlns:a="http://schemas.openxmlformats.org/drawingml/2006/main" w="19050">
            <a:solidFill>
              <a:srgbClr val="A6A6A6"/>
            </a:solidFill>
            <a:prstDash val="sysDot"/>
            <a:headEnd type="none"/>
            <a:tailEnd type="none" w="lg" len="lg"/>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7" name="Straight Connector 86">
            <a:extLst xmlns:a="http://schemas.openxmlformats.org/drawingml/2006/main">
              <a:ext uri="{FF2B5EF4-FFF2-40B4-BE49-F238E27FC236}">
                <a16:creationId xmlns:a16="http://schemas.microsoft.com/office/drawing/2014/main" id="{CD732804-4611-454C-9F24-9156526FBF54}"/>
              </a:ext>
            </a:extLst>
          </p:cNvPr>
          <p:cNvSpPr>
            <a:spLocks xmlns:a="http://schemas.openxmlformats.org/drawingml/2006/main" noGrp="1"/>
          </p:cNvSpPr>
          <p:nvPr/>
        </p:nvSpPr>
        <p:spPr>
          <a:xfrm xmlns:a="http://schemas.openxmlformats.org/drawingml/2006/main">
            <a:off x="3149447" y="2466335"/>
            <a:ext cx="1029361" cy="0"/>
          </a:xfrm>
          <a:prstGeom xmlns:a="http://schemas.openxmlformats.org/drawingml/2006/main" prst="line">
            <a:avLst/>
          </a:prstGeom>
          <a:ln xmlns:a="http://schemas.openxmlformats.org/drawingml/2006/main" w="19050">
            <a:solidFill>
              <a:srgbClr val="A6A6A6"/>
            </a:solidFill>
            <a:prstDash val="sysDot"/>
            <a:headEnd type="none"/>
            <a:tailEnd type="none" w="lg" len="lg"/>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0" name="Straight Connector 69">
            <a:extLst xmlns:a="http://schemas.openxmlformats.org/drawingml/2006/main">
              <a:ext uri="{FF2B5EF4-FFF2-40B4-BE49-F238E27FC236}">
                <a16:creationId xmlns:a16="http://schemas.microsoft.com/office/drawing/2014/main" id="{A7967752-D745-4D98-BDF6-560646A18128}"/>
              </a:ext>
            </a:extLst>
          </p:cNvPr>
          <p:cNvSpPr>
            <a:spLocks xmlns:a="http://schemas.openxmlformats.org/drawingml/2006/main" noGrp="1"/>
          </p:cNvSpPr>
          <p:nvPr/>
        </p:nvSpPr>
        <p:spPr>
          <a:xfrm xmlns:a="http://schemas.openxmlformats.org/drawingml/2006/main">
            <a:off x="4782659" y="2466335"/>
            <a:ext cx="1042069" cy="0"/>
          </a:xfrm>
          <a:prstGeom xmlns:a="http://schemas.openxmlformats.org/drawingml/2006/main" prst="line">
            <a:avLst/>
          </a:prstGeom>
          <a:ln xmlns:a="http://schemas.openxmlformats.org/drawingml/2006/main" w="19050">
            <a:solidFill>
              <a:srgbClr val="A6A6A6"/>
            </a:solidFill>
            <a:prstDash val="sysDot"/>
            <a:headEnd type="none"/>
            <a:tailEnd type="none" w="lg" len="lg"/>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 name="Title 1">
            <a:extLst xmlns:a="http://schemas.openxmlformats.org/drawingml/2006/main">
              <a:ext uri="{FF2B5EF4-FFF2-40B4-BE49-F238E27FC236}">
                <a16:creationId xmlns:a16="http://schemas.microsoft.com/office/drawing/2014/main" id="{966A124B-675F-7743-B620-086AB81A5792}"/>
              </a:ext>
            </a:extLst>
          </p:cNvPr>
          <p:cNvSpPr>
            <a:spLocks xmlns:a="http://schemas.openxmlformats.org/drawingml/2006/main" noGrp="1"/>
          </p:cNvSpPr>
          <p:nvPr>
            <p:ph type="title" idx="0"/>
          </p:nvPr>
        </p:nvSpPr>
        <p:spPr>
          <a:xfrm xmlns:a="http://schemas.openxmlformats.org/drawingml/2006/main">
            <a:off x="457199" y="429767"/>
            <a:ext cx="8229600" cy="406845"/>
          </a:xfrm>
        </p:spPr>
        <p:txBody>
          <a:bodyPr xmlns:a="http://schemas.openxmlformats.org/drawingml/2006/main"/>
          <a:lstStyle xmlns:a="http://schemas.openxmlformats.org/drawingml/2006/main"/>
          <a:p xmlns:a="http://schemas.openxmlformats.org/drawingml/2006/main">
            <a:r>
              <a:t>Live Demo Walkthrough</a:t>
            </a:r>
          </a:p>
        </p:txBody>
      </p:sp>
      <p:sp>
        <p:nvSpPr>
          <p:cNvPr id="10" name="Footer Placeholder 9">
            <a:extLst xmlns:a="http://schemas.openxmlformats.org/drawingml/2006/main">
              <a:ext uri="{FF2B5EF4-FFF2-40B4-BE49-F238E27FC236}">
                <a16:creationId xmlns:a16="http://schemas.microsoft.com/office/drawing/2014/main" id="{DDD8600D-33F4-9ABC-92C4-5329AE03B1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4" name="Text Placeholder 3">
            <a:extLst xmlns:a="http://schemas.openxmlformats.org/drawingml/2006/main">
              <a:ext uri="{FF2B5EF4-FFF2-40B4-BE49-F238E27FC236}">
                <a16:creationId xmlns:a16="http://schemas.microsoft.com/office/drawing/2014/main" id="{F1B02083-2C16-0642-95E2-D3F046D1FB3E}"/>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From Raw Data to Meeting-Ready in 30 Seconds</a:t>
            </a:r>
          </a:p>
        </p:txBody>
      </p:sp>
      <p:sp>
        <p:nvSpPr>
          <p:cNvPr id="52" name="Rectangle 51">
            <a:extLst xmlns:a="http://schemas.openxmlformats.org/drawingml/2006/main">
              <a:ext uri="{FF2B5EF4-FFF2-40B4-BE49-F238E27FC236}">
                <a16:creationId xmlns:a16="http://schemas.microsoft.com/office/drawing/2014/main" id="{87D8D736-68F8-824E-8E76-25A358897335}"/>
              </a:ext>
            </a:extLst>
          </p:cNvPr>
          <p:cNvSpPr>
            <a:spLocks xmlns:a="http://schemas.openxmlformats.org/drawingml/2006/main" noGrp="1"/>
          </p:cNvSpPr>
          <p:nvPr/>
        </p:nvSpPr>
        <p:spPr>
          <a:xfrm xmlns:a="http://schemas.openxmlformats.org/drawingml/2006/main">
            <a:off x="280591" y="2977607"/>
            <a:ext cx="1655891" cy="867417"/>
          </a:xfrm>
          <a:prstGeom xmlns:a="http://schemas.openxmlformats.org/drawingml/2006/main" prst="rect">
            <a:avLst/>
          </a:prstGeom>
        </p:spPr>
        <p:txBody>
          <a:bodyPr xmlns:a="http://schemas.openxmlformats.org/drawingml/2006/main" wrap="square">
            <a:normAutofit fontScale="91963"/>
          </a:bodyPr>
          <a:lstStyle xmlns:a="http://schemas.openxmlformats.org/drawingml/2006/main"/>
          <a:p xmlns:a="http://schemas.openxmlformats.org/drawingml/2006/main">
            <a:pPr algn="ctr">
              <a:lnSpc>
                <a:spcPct val="95000"/>
              </a:lnSpc>
              <a:spcBef>
                <a:spcPts val="400"/>
              </a:spcBef>
              <a:spcAft>
                <a:spcPts val="400"/>
              </a:spcAft>
              <a:buNone/>
              <a:defRPr sz="1013"/>
            </a:pPr>
            <a:r>
              <a:rPr sz="1013"/>
              <a:t>Client Selection</a:t>
            </a:r>
          </a:p>
          <a:p xmlns:a="http://schemas.openxmlformats.org/drawingml/2006/main">
            <a:pPr algn="ctr">
              <a:lnSpc>
                <a:spcPct val="95000"/>
              </a:lnSpc>
              <a:spcBef>
                <a:spcPts val="400"/>
              </a:spcBef>
              <a:spcAft>
                <a:spcPts val="400"/>
              </a:spcAft>
              <a:buNone/>
              <a:defRPr sz="1013"/>
            </a:pPr>
            <a:r>
              <a:rPr sz="1013"/>
              <a:t>Select a client profile; live portfolio metrics, asset drift alerts, and pending tasks render instantly.</a:t>
            </a:r>
          </a:p>
        </p:txBody>
      </p:sp>
      <p:sp>
        <p:nvSpPr>
          <p:cNvPr id="53" name="Rectangle 52">
            <a:extLst xmlns:a="http://schemas.openxmlformats.org/drawingml/2006/main">
              <a:ext uri="{FF2B5EF4-FFF2-40B4-BE49-F238E27FC236}">
                <a16:creationId xmlns:a16="http://schemas.microsoft.com/office/drawing/2014/main" id="{4142402E-0D31-D549-B443-CCC134515D56}"/>
              </a:ext>
            </a:extLst>
          </p:cNvPr>
          <p:cNvSpPr>
            <a:spLocks xmlns:a="http://schemas.openxmlformats.org/drawingml/2006/main" noGrp="1"/>
          </p:cNvSpPr>
          <p:nvPr/>
        </p:nvSpPr>
        <p:spPr>
          <a:xfrm xmlns:a="http://schemas.openxmlformats.org/drawingml/2006/main">
            <a:off x="1916825" y="2977607"/>
            <a:ext cx="1655891" cy="867417"/>
          </a:xfrm>
          <a:prstGeom xmlns:a="http://schemas.openxmlformats.org/drawingml/2006/main" prst="rect">
            <a:avLst/>
          </a:prstGeom>
        </p:spPr>
        <p:txBody>
          <a:bodyPr xmlns:a="http://schemas.openxmlformats.org/drawingml/2006/main" wrap="square">
            <a:normAutofit fontScale="91963"/>
          </a:bodyPr>
          <a:lstStyle xmlns:a="http://schemas.openxmlformats.org/drawingml/2006/main"/>
          <a:p xmlns:a="http://schemas.openxmlformats.org/drawingml/2006/main">
            <a:pPr algn="ctr">
              <a:lnSpc>
                <a:spcPct val="95000"/>
              </a:lnSpc>
              <a:spcBef>
                <a:spcPts val="400"/>
              </a:spcBef>
              <a:spcAft>
                <a:spcPts val="400"/>
              </a:spcAft>
              <a:buNone/>
              <a:defRPr sz="1013"/>
            </a:pPr>
            <a:r>
              <a:rPr sz="1013"/>
              <a:t>Live Market Synthesis</a:t>
            </a:r>
          </a:p>
          <a:p xmlns:a="http://schemas.openxmlformats.org/drawingml/2006/main">
            <a:pPr algn="ctr">
              <a:lnSpc>
                <a:spcPct val="95000"/>
              </a:lnSpc>
              <a:spcBef>
                <a:spcPts val="400"/>
              </a:spcBef>
              <a:spcAft>
                <a:spcPts val="400"/>
              </a:spcAft>
              <a:buNone/>
              <a:defRPr sz="1013"/>
            </a:pPr>
            <a:r>
              <a:rPr sz="1013"/>
              <a:t>Ticker queries show price changes and top financial headlines affecting the client’s largest holdings.</a:t>
            </a:r>
          </a:p>
        </p:txBody>
      </p:sp>
      <p:sp>
        <p:nvSpPr>
          <p:cNvPr id="54" name="Rectangle 53">
            <a:extLst xmlns:a="http://schemas.openxmlformats.org/drawingml/2006/main">
              <a:ext uri="{FF2B5EF4-FFF2-40B4-BE49-F238E27FC236}">
                <a16:creationId xmlns:a16="http://schemas.microsoft.com/office/drawing/2014/main" id="{87BF73D2-8E43-C54B-A60C-6A79B6B46615}"/>
              </a:ext>
            </a:extLst>
          </p:cNvPr>
          <p:cNvSpPr>
            <a:spLocks xmlns:a="http://schemas.openxmlformats.org/drawingml/2006/main" noGrp="1"/>
          </p:cNvSpPr>
          <p:nvPr/>
        </p:nvSpPr>
        <p:spPr>
          <a:xfrm xmlns:a="http://schemas.openxmlformats.org/drawingml/2006/main">
            <a:off x="3553059" y="2977607"/>
            <a:ext cx="1655891" cy="867417"/>
          </a:xfrm>
          <a:prstGeom xmlns:a="http://schemas.openxmlformats.org/drawingml/2006/main" prst="rect">
            <a:avLst/>
          </a:prstGeom>
        </p:spPr>
        <p:txBody>
          <a:bodyPr xmlns:a="http://schemas.openxmlformats.org/drawingml/2006/main" wrap="square">
            <a:normAutofit fontScale="76636"/>
          </a:bodyPr>
          <a:lstStyle xmlns:a="http://schemas.openxmlformats.org/drawingml/2006/main"/>
          <a:p xmlns:a="http://schemas.openxmlformats.org/drawingml/2006/main">
            <a:pPr algn="ctr">
              <a:lnSpc>
                <a:spcPct val="95000"/>
              </a:lnSpc>
              <a:spcBef>
                <a:spcPts val="400"/>
              </a:spcBef>
              <a:spcAft>
                <a:spcPts val="400"/>
              </a:spcAft>
              <a:buNone/>
              <a:defRPr sz="1013"/>
            </a:pPr>
            <a:r>
              <a:rPr sz="1013"/>
              <a:t>Global Book Query</a:t>
            </a:r>
          </a:p>
          <a:p xmlns:a="http://schemas.openxmlformats.org/drawingml/2006/main">
            <a:pPr algn="ctr">
              <a:lnSpc>
                <a:spcPct val="95000"/>
              </a:lnSpc>
              <a:spcBef>
                <a:spcPts val="400"/>
              </a:spcBef>
              <a:spcAft>
                <a:spcPts val="400"/>
              </a:spcAft>
              <a:buNone/>
              <a:defRPr sz="1013"/>
            </a:pPr>
            <a:r>
              <a:rPr sz="1013"/>
              <a:t>Ask: “Which clients in my book have overdue tasks or high tech exposure?” Bedrock scans records and isolates target accounts.</a:t>
            </a:r>
          </a:p>
        </p:txBody>
      </p:sp>
      <p:sp>
        <p:nvSpPr>
          <p:cNvPr id="55" name="Rectangle 54">
            <a:extLst xmlns:a="http://schemas.openxmlformats.org/drawingml/2006/main">
              <a:ext uri="{FF2B5EF4-FFF2-40B4-BE49-F238E27FC236}">
                <a16:creationId xmlns:a16="http://schemas.microsoft.com/office/drawing/2014/main" id="{5929B4F1-572C-854B-A367-30EBEE70F441}"/>
              </a:ext>
            </a:extLst>
          </p:cNvPr>
          <p:cNvSpPr>
            <a:spLocks xmlns:a="http://schemas.openxmlformats.org/drawingml/2006/main" noGrp="1"/>
          </p:cNvSpPr>
          <p:nvPr/>
        </p:nvSpPr>
        <p:spPr>
          <a:xfrm xmlns:a="http://schemas.openxmlformats.org/drawingml/2006/main">
            <a:off x="5180228" y="2977607"/>
            <a:ext cx="1655891" cy="867417"/>
          </a:xfrm>
          <a:prstGeom xmlns:a="http://schemas.openxmlformats.org/drawingml/2006/main" prst="rect">
            <a:avLst/>
          </a:prstGeom>
        </p:spPr>
        <p:txBody>
          <a:bodyPr xmlns:a="http://schemas.openxmlformats.org/drawingml/2006/main" wrap="square">
            <a:normAutofit fontScale="91963"/>
          </a:bodyPr>
          <a:lstStyle xmlns:a="http://schemas.openxmlformats.org/drawingml/2006/main"/>
          <a:p xmlns:a="http://schemas.openxmlformats.org/drawingml/2006/main">
            <a:pPr algn="ctr">
              <a:lnSpc>
                <a:spcPct val="95000"/>
              </a:lnSpc>
              <a:spcBef>
                <a:spcPts val="400"/>
              </a:spcBef>
              <a:spcAft>
                <a:spcPts val="400"/>
              </a:spcAft>
              <a:buNone/>
              <a:defRPr sz="1013"/>
            </a:pPr>
            <a:r>
              <a:rPr sz="1013"/>
              <a:t>Advisor Review</a:t>
            </a:r>
          </a:p>
          <a:p xmlns:a="http://schemas.openxmlformats.org/drawingml/2006/main">
            <a:pPr algn="ctr">
              <a:lnSpc>
                <a:spcPct val="95000"/>
              </a:lnSpc>
              <a:spcBef>
                <a:spcPts val="400"/>
              </a:spcBef>
              <a:spcAft>
                <a:spcPts val="400"/>
              </a:spcAft>
              <a:buNone/>
              <a:defRPr sz="1013"/>
            </a:pPr>
            <a:r>
              <a:rPr sz="1013"/>
              <a:t>Draft a follow-up action; “Pending Advisor Review” requires manual “Approve &amp; Log” verification.</a:t>
            </a:r>
          </a:p>
        </p:txBody>
      </p:sp>
      <p:sp>
        <p:nvSpPr>
          <p:cNvPr id="56" name="Rectangle 55">
            <a:extLst xmlns:a="http://schemas.openxmlformats.org/drawingml/2006/main">
              <a:ext uri="{FF2B5EF4-FFF2-40B4-BE49-F238E27FC236}">
                <a16:creationId xmlns:a16="http://schemas.microsoft.com/office/drawing/2014/main" id="{C8DF544F-BD75-6D42-A69B-CC5224A7266C}"/>
              </a:ext>
            </a:extLst>
          </p:cNvPr>
          <p:cNvSpPr>
            <a:spLocks xmlns:a="http://schemas.openxmlformats.org/drawingml/2006/main" noGrp="1"/>
          </p:cNvSpPr>
          <p:nvPr/>
        </p:nvSpPr>
        <p:spPr>
          <a:xfrm xmlns:a="http://schemas.openxmlformats.org/drawingml/2006/main">
            <a:off x="6787740" y="2977607"/>
            <a:ext cx="1655891" cy="867417"/>
          </a:xfrm>
          <a:prstGeom xmlns:a="http://schemas.openxmlformats.org/drawingml/2006/main" prst="rect">
            <a:avLst/>
          </a:prstGeom>
        </p:spPr>
        <p:txBody>
          <a:bodyPr xmlns:a="http://schemas.openxmlformats.org/drawingml/2006/main" wrap="square">
            <a:normAutofit fontScale="76636"/>
          </a:bodyPr>
          <a:lstStyle xmlns:a="http://schemas.openxmlformats.org/drawingml/2006/main"/>
          <a:p xmlns:a="http://schemas.openxmlformats.org/drawingml/2006/main">
            <a:pPr algn="ctr">
              <a:lnSpc>
                <a:spcPct val="95000"/>
              </a:lnSpc>
              <a:spcBef>
                <a:spcPts val="400"/>
              </a:spcBef>
              <a:spcAft>
                <a:spcPts val="400"/>
              </a:spcAft>
              <a:buNone/>
              <a:defRPr sz="1013"/>
            </a:pPr>
            <a:r>
              <a:rPr sz="1013"/>
              <a:t>PDF Export</a:t>
            </a:r>
          </a:p>
          <a:p xmlns:a="http://schemas.openxmlformats.org/drawingml/2006/main">
            <a:pPr algn="ctr">
              <a:lnSpc>
                <a:spcPct val="95000"/>
              </a:lnSpc>
              <a:spcBef>
                <a:spcPts val="400"/>
              </a:spcBef>
              <a:spcAft>
                <a:spcPts val="400"/>
              </a:spcAft>
              <a:buNone/>
              <a:defRPr sz="1013"/>
            </a:pPr>
            <a:r>
              <a:rPr sz="1013"/>
              <a:t>One click generates &lt;Client_Name&gt;_Meeting_Brief.pdf with the live data snapshot, disclaimers, and discussion outline.</a:t>
            </a:r>
          </a:p>
        </p:txBody>
      </p:sp>
      <p:sp>
        <p:nvSpPr>
          <p:cNvPr id="57" name="Rectangle 56">
            <a:extLst xmlns:a="http://schemas.openxmlformats.org/drawingml/2006/main">
              <a:ext uri="{FF2B5EF4-FFF2-40B4-BE49-F238E27FC236}">
                <a16:creationId xmlns:a16="http://schemas.microsoft.com/office/drawing/2014/main" id="{37D2E2F4-A0F5-364E-9D70-1D9FA02C76CB}"/>
              </a:ext>
            </a:extLst>
          </p:cNvPr>
          <p:cNvSpPr>
            <a:spLocks xmlns:a="http://schemas.openxmlformats.org/drawingml/2006/main" noGrp="1"/>
          </p:cNvSpPr>
          <p:nvPr/>
        </p:nvSpPr>
        <p:spPr>
          <a:xfrm xmlns:a="http://schemas.openxmlformats.org/drawingml/2006/main">
            <a:off x="284073" y="1642390"/>
            <a:ext cx="1648929" cy="326243"/>
          </a:xfrm>
          <a:prstGeom xmlns:a="http://schemas.openxmlformats.org/drawingml/2006/main" prst="rect">
            <a:avLst/>
          </a:prstGeom>
        </p:spPr>
        <p:txBody>
          <a:bodyPr xmlns:a="http://schemas.openxmlformats.org/drawingml/2006/main" wrap="square">
            <a:noAutofit/>
          </a:bodyPr>
          <a:lstStyle xmlns:a="http://schemas.openxmlformats.org/drawingml/2006/main"/>
          <a:p xmlns:a="http://schemas.openxmlformats.org/drawingml/2006/main">
            <a:pPr algn="ctr">
              <a:lnSpc>
                <a:spcPct val="95000"/>
              </a:lnSpc>
              <a:spcBef>
                <a:spcPts val="400"/>
              </a:spcBef>
              <a:spcAft>
                <a:spcPts val="400"/>
              </a:spcAft>
              <a:buNone/>
            </a:pPr>
            <a:r>
              <a:rPr sz="1600" b="1">
                <a:solidFill>
                  <a:schemeClr val="accent5"/>
                </a:solidFill>
                <a:latin typeface="Tenorite"/>
                <a:ea typeface="Tenorite"/>
                <a:cs typeface="Tenorite"/>
              </a:rPr>
              <a:t>01</a:t>
            </a:r>
          </a:p>
        </p:txBody>
      </p:sp>
      <p:sp>
        <p:nvSpPr>
          <p:cNvPr id="58" name="Rectangle 57">
            <a:extLst xmlns:a="http://schemas.openxmlformats.org/drawingml/2006/main">
              <a:ext uri="{FF2B5EF4-FFF2-40B4-BE49-F238E27FC236}">
                <a16:creationId xmlns:a16="http://schemas.microsoft.com/office/drawing/2014/main" id="{8F85C22C-4D2E-9945-A22C-E0F12B00156B}"/>
              </a:ext>
            </a:extLst>
          </p:cNvPr>
          <p:cNvSpPr>
            <a:spLocks xmlns:a="http://schemas.openxmlformats.org/drawingml/2006/main" noGrp="1"/>
          </p:cNvSpPr>
          <p:nvPr/>
        </p:nvSpPr>
        <p:spPr>
          <a:xfrm xmlns:a="http://schemas.openxmlformats.org/drawingml/2006/main">
            <a:off x="1904130" y="1642390"/>
            <a:ext cx="1648929" cy="326243"/>
          </a:xfrm>
          <a:prstGeom xmlns:a="http://schemas.openxmlformats.org/drawingml/2006/main" prst="rect">
            <a:avLst/>
          </a:prstGeom>
        </p:spPr>
        <p:txBody>
          <a:bodyPr xmlns:a="http://schemas.openxmlformats.org/drawingml/2006/main" wrap="square">
            <a:noAutofit/>
          </a:bodyPr>
          <a:lstStyle xmlns:a="http://schemas.openxmlformats.org/drawingml/2006/main"/>
          <a:p xmlns:a="http://schemas.openxmlformats.org/drawingml/2006/main">
            <a:pPr algn="ctr">
              <a:lnSpc>
                <a:spcPct val="95000"/>
              </a:lnSpc>
              <a:spcBef>
                <a:spcPts val="400"/>
              </a:spcBef>
              <a:spcAft>
                <a:spcPts val="400"/>
              </a:spcAft>
              <a:buNone/>
            </a:pPr>
            <a:r>
              <a:rPr sz="1600" b="1">
                <a:solidFill>
                  <a:schemeClr val="accent5"/>
                </a:solidFill>
                <a:latin typeface="Tenorite"/>
                <a:ea typeface="Tenorite"/>
                <a:cs typeface="Tenorite"/>
              </a:rPr>
              <a:t>02</a:t>
            </a:r>
          </a:p>
        </p:txBody>
      </p:sp>
      <p:sp>
        <p:nvSpPr>
          <p:cNvPr id="59" name="Rectangle 58">
            <a:extLst xmlns:a="http://schemas.openxmlformats.org/drawingml/2006/main">
              <a:ext uri="{FF2B5EF4-FFF2-40B4-BE49-F238E27FC236}">
                <a16:creationId xmlns:a16="http://schemas.microsoft.com/office/drawing/2014/main" id="{FAB1E5FB-5BE7-1246-8764-5945B7BA41C5}"/>
              </a:ext>
            </a:extLst>
          </p:cNvPr>
          <p:cNvSpPr>
            <a:spLocks xmlns:a="http://schemas.openxmlformats.org/drawingml/2006/main" noGrp="1"/>
          </p:cNvSpPr>
          <p:nvPr/>
        </p:nvSpPr>
        <p:spPr>
          <a:xfrm xmlns:a="http://schemas.openxmlformats.org/drawingml/2006/main">
            <a:off x="3553059" y="1642390"/>
            <a:ext cx="1648929" cy="326243"/>
          </a:xfrm>
          <a:prstGeom xmlns:a="http://schemas.openxmlformats.org/drawingml/2006/main" prst="rect">
            <a:avLst/>
          </a:prstGeom>
        </p:spPr>
        <p:txBody>
          <a:bodyPr xmlns:a="http://schemas.openxmlformats.org/drawingml/2006/main" wrap="square">
            <a:noAutofit/>
          </a:bodyPr>
          <a:lstStyle xmlns:a="http://schemas.openxmlformats.org/drawingml/2006/main"/>
          <a:p xmlns:a="http://schemas.openxmlformats.org/drawingml/2006/main">
            <a:pPr algn="ctr">
              <a:lnSpc>
                <a:spcPct val="95000"/>
              </a:lnSpc>
              <a:spcBef>
                <a:spcPts val="400"/>
              </a:spcBef>
              <a:spcAft>
                <a:spcPts val="400"/>
              </a:spcAft>
              <a:buNone/>
            </a:pPr>
            <a:r>
              <a:rPr sz="1600" b="1">
                <a:solidFill>
                  <a:schemeClr val="accent5"/>
                </a:solidFill>
                <a:latin typeface="Tenorite"/>
                <a:ea typeface="Tenorite"/>
                <a:cs typeface="Tenorite"/>
              </a:rPr>
              <a:t>03</a:t>
            </a:r>
          </a:p>
        </p:txBody>
      </p:sp>
      <p:sp>
        <p:nvSpPr>
          <p:cNvPr id="60" name="Rectangle 59">
            <a:extLst xmlns:a="http://schemas.openxmlformats.org/drawingml/2006/main">
              <a:ext uri="{FF2B5EF4-FFF2-40B4-BE49-F238E27FC236}">
                <a16:creationId xmlns:a16="http://schemas.microsoft.com/office/drawing/2014/main" id="{93F75D7D-EED8-C241-868E-AA86C07ADFC7}"/>
              </a:ext>
            </a:extLst>
          </p:cNvPr>
          <p:cNvSpPr>
            <a:spLocks xmlns:a="http://schemas.openxmlformats.org/drawingml/2006/main" noGrp="1"/>
          </p:cNvSpPr>
          <p:nvPr/>
        </p:nvSpPr>
        <p:spPr>
          <a:xfrm xmlns:a="http://schemas.openxmlformats.org/drawingml/2006/main">
            <a:off x="5201986" y="1642390"/>
            <a:ext cx="1648929" cy="326243"/>
          </a:xfrm>
          <a:prstGeom xmlns:a="http://schemas.openxmlformats.org/drawingml/2006/main" prst="rect">
            <a:avLst/>
          </a:prstGeom>
        </p:spPr>
        <p:txBody>
          <a:bodyPr xmlns:a="http://schemas.openxmlformats.org/drawingml/2006/main" wrap="square">
            <a:noAutofit/>
          </a:bodyPr>
          <a:lstStyle xmlns:a="http://schemas.openxmlformats.org/drawingml/2006/main"/>
          <a:p xmlns:a="http://schemas.openxmlformats.org/drawingml/2006/main">
            <a:pPr algn="ctr">
              <a:lnSpc>
                <a:spcPct val="95000"/>
              </a:lnSpc>
              <a:spcBef>
                <a:spcPts val="400"/>
              </a:spcBef>
              <a:spcAft>
                <a:spcPts val="400"/>
              </a:spcAft>
              <a:buNone/>
            </a:pPr>
            <a:r>
              <a:rPr sz="1600" b="1">
                <a:solidFill>
                  <a:schemeClr val="accent5"/>
                </a:solidFill>
                <a:latin typeface="Tenorite"/>
                <a:ea typeface="Tenorite"/>
                <a:cs typeface="Tenorite"/>
              </a:rPr>
              <a:t>04</a:t>
            </a:r>
          </a:p>
        </p:txBody>
      </p:sp>
      <p:sp>
        <p:nvSpPr>
          <p:cNvPr id="61" name="Rectangle 60">
            <a:extLst xmlns:a="http://schemas.openxmlformats.org/drawingml/2006/main">
              <a:ext uri="{FF2B5EF4-FFF2-40B4-BE49-F238E27FC236}">
                <a16:creationId xmlns:a16="http://schemas.microsoft.com/office/drawing/2014/main" id="{058EC6AC-7482-A942-89AE-633D1B19504B}"/>
              </a:ext>
            </a:extLst>
          </p:cNvPr>
          <p:cNvSpPr>
            <a:spLocks xmlns:a="http://schemas.openxmlformats.org/drawingml/2006/main" noGrp="1"/>
          </p:cNvSpPr>
          <p:nvPr/>
        </p:nvSpPr>
        <p:spPr>
          <a:xfrm xmlns:a="http://schemas.openxmlformats.org/drawingml/2006/main">
            <a:off x="6794702" y="1642390"/>
            <a:ext cx="1648929" cy="326243"/>
          </a:xfrm>
          <a:prstGeom xmlns:a="http://schemas.openxmlformats.org/drawingml/2006/main" prst="rect">
            <a:avLst/>
          </a:prstGeom>
        </p:spPr>
        <p:txBody>
          <a:bodyPr xmlns:a="http://schemas.openxmlformats.org/drawingml/2006/main" wrap="square">
            <a:noAutofit/>
          </a:bodyPr>
          <a:lstStyle xmlns:a="http://schemas.openxmlformats.org/drawingml/2006/main"/>
          <a:p xmlns:a="http://schemas.openxmlformats.org/drawingml/2006/main">
            <a:pPr algn="ctr">
              <a:lnSpc>
                <a:spcPct val="95000"/>
              </a:lnSpc>
              <a:spcBef>
                <a:spcPts val="400"/>
              </a:spcBef>
              <a:spcAft>
                <a:spcPts val="400"/>
              </a:spcAft>
              <a:buNone/>
            </a:pPr>
            <a:r>
              <a:rPr sz="1600" b="1">
                <a:solidFill>
                  <a:schemeClr val="accent5"/>
                </a:solidFill>
                <a:latin typeface="Tenorite"/>
                <a:ea typeface="Tenorite"/>
                <a:cs typeface="Tenorite"/>
              </a:rPr>
              <a:t>05</a:t>
            </a:r>
          </a:p>
        </p:txBody>
      </p:sp>
      <p:sp>
        <p:nvSpPr>
          <p:cNvPr id="62" name="Oval 61">
            <a:extLst xmlns:a="http://schemas.openxmlformats.org/drawingml/2006/main">
              <a:ext uri="{FF2B5EF4-FFF2-40B4-BE49-F238E27FC236}">
                <a16:creationId xmlns:a16="http://schemas.microsoft.com/office/drawing/2014/main" id="{6A62FB75-3A28-C543-91B1-1D22ABC80135}"/>
              </a:ext>
            </a:extLst>
          </p:cNvPr>
          <p:cNvSpPr>
            <a:spLocks xmlns:a="http://schemas.openxmlformats.org/drawingml/2006/main" noGrp="1"/>
          </p:cNvSpPr>
          <p:nvPr/>
        </p:nvSpPr>
        <p:spPr>
          <a:xfrm xmlns:a="http://schemas.openxmlformats.org/drawingml/2006/main">
            <a:off x="7233688" y="2058638"/>
            <a:ext cx="815395" cy="815395"/>
          </a:xfrm>
          <a:prstGeom xmlns:a="http://schemas.openxmlformats.org/drawingml/2006/main" prst="ellipse">
            <a:avLst/>
          </a:prstGeom>
          <a:blipFill xmlns:a="http://schemas.openxmlformats.org/drawingml/2006/main">
            <a:blip xmlns:r="http://schemas.openxmlformats.org/officeDocument/2006/relationships" r:embed="Re61c591b78e0472b"/>
            <a:stretch>
              <a:fillRect l="0" t="0" r="0" b="0"/>
            </a:stretch>
          </a:blipFill>
          <a:ln xmlns:a="http://schemas.openxmlformats.org/drawingml/2006/main">
            <a:no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5"/>
              </a:solidFill>
              <a:latin typeface="Tenorite"/>
              <a:ea typeface="Tenorite"/>
              <a:cs typeface="Tenorite"/>
            </a:endParaRPr>
          </a:p>
        </p:txBody>
      </p:sp>
      <p:sp>
        <p:nvSpPr>
          <p:cNvPr id="64" name="Straight Connector 63">
            <a:extLst xmlns:a="http://schemas.openxmlformats.org/drawingml/2006/main">
              <a:ext uri="{FF2B5EF4-FFF2-40B4-BE49-F238E27FC236}">
                <a16:creationId xmlns:a16="http://schemas.microsoft.com/office/drawing/2014/main" id="{EC57C372-A5BC-4968-84A6-907FFBEB01B0}"/>
              </a:ext>
            </a:extLst>
          </p:cNvPr>
          <p:cNvSpPr>
            <a:spLocks xmlns:a="http://schemas.openxmlformats.org/drawingml/2006/main" noGrp="1"/>
          </p:cNvSpPr>
          <p:nvPr/>
        </p:nvSpPr>
        <p:spPr>
          <a:xfrm xmlns:a="http://schemas.openxmlformats.org/drawingml/2006/main" flipV="1">
            <a:off x="7619166" y="1906524"/>
            <a:ext cx="0" cy="152114"/>
          </a:xfrm>
          <a:prstGeom xmlns:a="http://schemas.openxmlformats.org/drawingml/2006/main" prst="line">
            <a:avLst/>
          </a:prstGeom>
          <a:ln xmlns:a="http://schemas.openxmlformats.org/drawingml/2006/main" w="19050">
            <a:solidFill>
              <a:schemeClr val="accent5"/>
            </a:solidFill>
            <a:prstDash val="sysDot"/>
            <a:headEnd type="none"/>
            <a:tailEnd type="none" w="lg" len="lg"/>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9" name="Oval 68">
            <a:extLst xmlns:a="http://schemas.openxmlformats.org/drawingml/2006/main">
              <a:ext uri="{FF2B5EF4-FFF2-40B4-BE49-F238E27FC236}">
                <a16:creationId xmlns:a16="http://schemas.microsoft.com/office/drawing/2014/main" id="{F0C78C2C-2FC4-DE44-9567-06B1DF431E3E}"/>
              </a:ext>
            </a:extLst>
          </p:cNvPr>
          <p:cNvSpPr>
            <a:spLocks xmlns:a="http://schemas.openxmlformats.org/drawingml/2006/main" noGrp="1"/>
          </p:cNvSpPr>
          <p:nvPr/>
        </p:nvSpPr>
        <p:spPr>
          <a:xfrm xmlns:a="http://schemas.openxmlformats.org/drawingml/2006/main">
            <a:off x="3967264" y="2058638"/>
            <a:ext cx="815395" cy="815395"/>
          </a:xfrm>
          <a:prstGeom xmlns:a="http://schemas.openxmlformats.org/drawingml/2006/main" prst="ellipse">
            <a:avLst/>
          </a:prstGeom>
          <a:blipFill xmlns:a="http://schemas.openxmlformats.org/drawingml/2006/main">
            <a:blip xmlns:r="http://schemas.openxmlformats.org/officeDocument/2006/relationships" r:embed="Re61c591b78e0472b"/>
            <a:stretch>
              <a:fillRect l="0" t="0" r="0" b="0"/>
            </a:stretch>
          </a:blipFill>
          <a:ln xmlns:a="http://schemas.openxmlformats.org/drawingml/2006/main">
            <a:no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5"/>
              </a:solidFill>
              <a:latin typeface="Tenorite"/>
              <a:ea typeface="Tenorite"/>
              <a:cs typeface="Tenorite"/>
            </a:endParaRPr>
          </a:p>
        </p:txBody>
      </p:sp>
      <p:sp>
        <p:nvSpPr>
          <p:cNvPr id="71" name="Straight Connector 70">
            <a:extLst xmlns:a="http://schemas.openxmlformats.org/drawingml/2006/main">
              <a:ext uri="{FF2B5EF4-FFF2-40B4-BE49-F238E27FC236}">
                <a16:creationId xmlns:a16="http://schemas.microsoft.com/office/drawing/2014/main" id="{AA1C5630-58FC-415A-A1D5-49BCB6E9C35C}"/>
              </a:ext>
            </a:extLst>
          </p:cNvPr>
          <p:cNvSpPr>
            <a:spLocks xmlns:a="http://schemas.openxmlformats.org/drawingml/2006/main" noGrp="1"/>
          </p:cNvSpPr>
          <p:nvPr/>
        </p:nvSpPr>
        <p:spPr>
          <a:xfrm xmlns:a="http://schemas.openxmlformats.org/drawingml/2006/main" flipV="1">
            <a:off x="4377522" y="1906524"/>
            <a:ext cx="0" cy="152114"/>
          </a:xfrm>
          <a:prstGeom xmlns:a="http://schemas.openxmlformats.org/drawingml/2006/main" prst="line">
            <a:avLst/>
          </a:prstGeom>
          <a:ln xmlns:a="http://schemas.openxmlformats.org/drawingml/2006/main" w="19050">
            <a:solidFill>
              <a:schemeClr val="accent5"/>
            </a:solidFill>
            <a:prstDash val="sysDot"/>
            <a:headEnd type="none"/>
            <a:tailEnd type="none" w="lg" len="lg"/>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3" name="Oval 72">
            <a:extLst xmlns:a="http://schemas.openxmlformats.org/drawingml/2006/main">
              <a:ext uri="{FF2B5EF4-FFF2-40B4-BE49-F238E27FC236}">
                <a16:creationId xmlns:a16="http://schemas.microsoft.com/office/drawing/2014/main" id="{DF086C29-72B1-474F-9983-59B6E60E079D}"/>
              </a:ext>
            </a:extLst>
          </p:cNvPr>
          <p:cNvSpPr>
            <a:spLocks xmlns:a="http://schemas.openxmlformats.org/drawingml/2006/main" noGrp="1"/>
          </p:cNvSpPr>
          <p:nvPr/>
        </p:nvSpPr>
        <p:spPr>
          <a:xfrm xmlns:a="http://schemas.openxmlformats.org/drawingml/2006/main">
            <a:off x="700839" y="2058638"/>
            <a:ext cx="815395" cy="815395"/>
          </a:xfrm>
          <a:prstGeom xmlns:a="http://schemas.openxmlformats.org/drawingml/2006/main" prst="ellipse">
            <a:avLst/>
          </a:prstGeom>
          <a:blipFill xmlns:a="http://schemas.openxmlformats.org/drawingml/2006/main">
            <a:blip xmlns:r="http://schemas.openxmlformats.org/officeDocument/2006/relationships" r:embed="Re61c591b78e0472b"/>
            <a:stretch>
              <a:fillRect l="0" t="0" r="0" b="0"/>
            </a:stretch>
          </a:blipFill>
          <a:ln xmlns:a="http://schemas.openxmlformats.org/drawingml/2006/main">
            <a:no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5"/>
              </a:solidFill>
              <a:latin typeface="Tenorite"/>
              <a:ea typeface="Tenorite"/>
              <a:cs typeface="Tenorite"/>
            </a:endParaRPr>
          </a:p>
        </p:txBody>
      </p:sp>
      <p:sp>
        <p:nvSpPr>
          <p:cNvPr id="75" name="Straight Connector 74">
            <a:extLst xmlns:a="http://schemas.openxmlformats.org/drawingml/2006/main">
              <a:ext uri="{FF2B5EF4-FFF2-40B4-BE49-F238E27FC236}">
                <a16:creationId xmlns:a16="http://schemas.microsoft.com/office/drawing/2014/main" id="{6D78C821-40E2-4D63-8B77-E8BF5809CB82}"/>
              </a:ext>
            </a:extLst>
          </p:cNvPr>
          <p:cNvSpPr>
            <a:spLocks xmlns:a="http://schemas.openxmlformats.org/drawingml/2006/main" noGrp="1"/>
          </p:cNvSpPr>
          <p:nvPr/>
        </p:nvSpPr>
        <p:spPr>
          <a:xfrm xmlns:a="http://schemas.openxmlformats.org/drawingml/2006/main" flipV="1">
            <a:off x="1108536" y="1906524"/>
            <a:ext cx="0" cy="152114"/>
          </a:xfrm>
          <a:prstGeom xmlns:a="http://schemas.openxmlformats.org/drawingml/2006/main" prst="line">
            <a:avLst/>
          </a:prstGeom>
          <a:ln xmlns:a="http://schemas.openxmlformats.org/drawingml/2006/main" w="19050">
            <a:solidFill>
              <a:schemeClr val="accent5"/>
            </a:solidFill>
            <a:prstDash val="sysDot"/>
            <a:headEnd type="none"/>
            <a:tailEnd type="none" w="lg" len="lg"/>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9" name="Oval 78">
            <a:extLst xmlns:a="http://schemas.openxmlformats.org/drawingml/2006/main">
              <a:ext uri="{FF2B5EF4-FFF2-40B4-BE49-F238E27FC236}">
                <a16:creationId xmlns:a16="http://schemas.microsoft.com/office/drawing/2014/main" id="{EDD28858-C5F9-364A-9FE9-AE2A1D603559}"/>
              </a:ext>
            </a:extLst>
          </p:cNvPr>
          <p:cNvSpPr>
            <a:spLocks xmlns:a="http://schemas.openxmlformats.org/drawingml/2006/main" noGrp="1"/>
          </p:cNvSpPr>
          <p:nvPr/>
        </p:nvSpPr>
        <p:spPr>
          <a:xfrm xmlns:a="http://schemas.openxmlformats.org/drawingml/2006/main">
            <a:off x="5600476" y="2058638"/>
            <a:ext cx="815395" cy="815395"/>
          </a:xfrm>
          <a:prstGeom xmlns:a="http://schemas.openxmlformats.org/drawingml/2006/main" prst="ellipse">
            <a:avLst/>
          </a:prstGeom>
          <a:blipFill xmlns:a="http://schemas.openxmlformats.org/drawingml/2006/main">
            <a:blip xmlns:r="http://schemas.openxmlformats.org/officeDocument/2006/relationships" r:embed="Re61c591b78e0472b"/>
            <a:stretch>
              <a:fillRect l="0" t="0" r="0" b="0"/>
            </a:stretch>
          </a:blipFill>
          <a:ln xmlns:a="http://schemas.openxmlformats.org/drawingml/2006/main">
            <a:no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5"/>
              </a:solidFill>
              <a:latin typeface="Tenorite"/>
              <a:ea typeface="Tenorite"/>
              <a:cs typeface="Tenorite"/>
            </a:endParaRPr>
          </a:p>
        </p:txBody>
      </p:sp>
      <p:sp>
        <p:nvSpPr>
          <p:cNvPr id="81" name="Straight Connector 80">
            <a:extLst xmlns:a="http://schemas.openxmlformats.org/drawingml/2006/main">
              <a:ext uri="{FF2B5EF4-FFF2-40B4-BE49-F238E27FC236}">
                <a16:creationId xmlns:a16="http://schemas.microsoft.com/office/drawing/2014/main" id="{4944B757-F1C5-4763-8378-AD0963706646}"/>
              </a:ext>
            </a:extLst>
          </p:cNvPr>
          <p:cNvSpPr>
            <a:spLocks xmlns:a="http://schemas.openxmlformats.org/drawingml/2006/main" noGrp="1"/>
          </p:cNvSpPr>
          <p:nvPr/>
        </p:nvSpPr>
        <p:spPr>
          <a:xfrm xmlns:a="http://schemas.openxmlformats.org/drawingml/2006/main" flipV="1">
            <a:off x="6026449" y="1906524"/>
            <a:ext cx="0" cy="152114"/>
          </a:xfrm>
          <a:prstGeom xmlns:a="http://schemas.openxmlformats.org/drawingml/2006/main" prst="line">
            <a:avLst/>
          </a:prstGeom>
          <a:ln xmlns:a="http://schemas.openxmlformats.org/drawingml/2006/main" w="19050">
            <a:solidFill>
              <a:schemeClr val="accent5"/>
            </a:solidFill>
            <a:prstDash val="sysDot"/>
            <a:headEnd type="none"/>
            <a:tailEnd type="none" w="lg" len="lg"/>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6" name="Oval 85">
            <a:extLst xmlns:a="http://schemas.openxmlformats.org/drawingml/2006/main">
              <a:ext uri="{FF2B5EF4-FFF2-40B4-BE49-F238E27FC236}">
                <a16:creationId xmlns:a16="http://schemas.microsoft.com/office/drawing/2014/main" id="{E9CBF7A6-2169-B548-8E56-02FA36E11AFC}"/>
              </a:ext>
            </a:extLst>
          </p:cNvPr>
          <p:cNvSpPr>
            <a:spLocks xmlns:a="http://schemas.openxmlformats.org/drawingml/2006/main" noGrp="1"/>
          </p:cNvSpPr>
          <p:nvPr/>
        </p:nvSpPr>
        <p:spPr>
          <a:xfrm xmlns:a="http://schemas.openxmlformats.org/drawingml/2006/main">
            <a:off x="2334052" y="2058638"/>
            <a:ext cx="815395" cy="815395"/>
          </a:xfrm>
          <a:prstGeom xmlns:a="http://schemas.openxmlformats.org/drawingml/2006/main" prst="ellipse">
            <a:avLst/>
          </a:prstGeom>
          <a:blipFill xmlns:a="http://schemas.openxmlformats.org/drawingml/2006/main">
            <a:blip xmlns:r="http://schemas.openxmlformats.org/officeDocument/2006/relationships" r:embed="Re61c591b78e0472b"/>
            <a:stretch>
              <a:fillRect l="0" t="0" r="0" b="0"/>
            </a:stretch>
          </a:blipFill>
          <a:ln xmlns:a="http://schemas.openxmlformats.org/drawingml/2006/main">
            <a:no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5"/>
              </a:solidFill>
              <a:latin typeface="Tenorite"/>
              <a:ea typeface="Tenorite"/>
              <a:cs typeface="Tenorite"/>
            </a:endParaRPr>
          </a:p>
        </p:txBody>
      </p:sp>
      <p:sp>
        <p:nvSpPr>
          <p:cNvPr id="88" name="Straight Connector 87">
            <a:extLst xmlns:a="http://schemas.openxmlformats.org/drawingml/2006/main">
              <a:ext uri="{FF2B5EF4-FFF2-40B4-BE49-F238E27FC236}">
                <a16:creationId xmlns:a16="http://schemas.microsoft.com/office/drawing/2014/main" id="{19820EFC-EEDB-4E49-9487-4C9CAD526B79}"/>
              </a:ext>
            </a:extLst>
          </p:cNvPr>
          <p:cNvSpPr>
            <a:spLocks xmlns:a="http://schemas.openxmlformats.org/drawingml/2006/main" noGrp="1"/>
          </p:cNvSpPr>
          <p:nvPr/>
        </p:nvSpPr>
        <p:spPr>
          <a:xfrm xmlns:a="http://schemas.openxmlformats.org/drawingml/2006/main" flipV="1">
            <a:off x="2728594" y="1906524"/>
            <a:ext cx="0" cy="152114"/>
          </a:xfrm>
          <a:prstGeom xmlns:a="http://schemas.openxmlformats.org/drawingml/2006/main" prst="line">
            <a:avLst/>
          </a:prstGeom>
          <a:ln xmlns:a="http://schemas.openxmlformats.org/drawingml/2006/main" w="19050">
            <a:solidFill>
              <a:schemeClr val="accent5"/>
            </a:solidFill>
            <a:prstDash val="sysDot"/>
            <a:headEnd type="none"/>
            <a:tailEnd type="none" w="lg" len="lg"/>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121" name="Graphic 2"/>
          <p:cNvPicPr>
            <a:picLocks xmlns:a="http://schemas.openxmlformats.org/drawingml/2006/main" noChangeAspect="1"/>
          </p:cNvPicPr>
          <p:nvPr/>
        </p:nvPicPr>
        <p:blipFill>
          <a:blip xmlns:r="http://schemas.openxmlformats.org/officeDocument/2006/relationships" xmlns:a="http://schemas.openxmlformats.org/drawingml/2006/main" r:embed="R37df8724bc3f4ab7">
            <a:extLst>
              <a:ext uri="{96DAC541-7B7A-43D3-8B79-37D633B846F1}">
                <asvg:svgBlip xmlns:asvg="http://schemas.microsoft.com/office/drawing/2016/SVG/main" r:embed="Raac2144ed1014a11"/>
              </a:ext>
            </a:extLst>
          </a:blip>
          <a:stretch xmlns:a="http://schemas.openxmlformats.org/drawingml/2006/main">
            <a:fillRect l="0" t="0" r="0" b="0"/>
          </a:stretch>
        </p:blipFill>
        <p:spPr>
          <a:xfrm xmlns:a="http://schemas.openxmlformats.org/drawingml/2006/main">
            <a:off x="908454" y="2313761"/>
            <a:ext cx="416366" cy="341120"/>
          </a:xfrm>
          <a:prstGeom xmlns:a="http://schemas.openxmlformats.org/drawingml/2006/main" prst="rect">
            <a:avLst/>
          </a:prstGeom>
        </p:spPr>
      </p:pic>
      <p:pic>
        <p:nvPicPr>
          <p:cNvPr id="122" name="Graphic 4"/>
          <p:cNvPicPr>
            <a:picLocks xmlns:a="http://schemas.openxmlformats.org/drawingml/2006/main" noChangeAspect="1"/>
          </p:cNvPicPr>
          <p:nvPr/>
        </p:nvPicPr>
        <p:blipFill>
          <a:blip xmlns:r="http://schemas.openxmlformats.org/officeDocument/2006/relationships" xmlns:a="http://schemas.openxmlformats.org/drawingml/2006/main" r:embed="R52256dc9d5de4129">
            <a:extLst>
              <a:ext uri="{96DAC541-7B7A-43D3-8B79-37D633B846F1}">
                <asvg:svgBlip xmlns:asvg="http://schemas.microsoft.com/office/drawing/2016/SVG/main" r:embed="R6abc5b7945df4f10"/>
              </a:ext>
            </a:extLst>
          </a:blip>
          <a:srcRect xmlns:a="http://schemas.openxmlformats.org/drawingml/2006/main" l="0" t="0" r="0" b="0"/>
          <a:stretch xmlns:a="http://schemas.openxmlformats.org/drawingml/2006/main"/>
        </p:blipFill>
        <p:spPr>
          <a:xfrm xmlns:a="http://schemas.openxmlformats.org/drawingml/2006/main">
            <a:off x="2575661" y="2295774"/>
            <a:ext cx="348377" cy="341120"/>
          </a:xfrm>
          <a:prstGeom xmlns:a="http://schemas.openxmlformats.org/drawingml/2006/main" prst="rect">
            <a:avLst/>
          </a:prstGeom>
        </p:spPr>
      </p:pic>
      <p:pic>
        <p:nvPicPr>
          <p:cNvPr id="123" name="Graphic 5"/>
          <p:cNvPicPr>
            <a:picLocks xmlns:a="http://schemas.openxmlformats.org/drawingml/2006/main" noChangeAspect="1"/>
          </p:cNvPicPr>
          <p:nvPr/>
        </p:nvPicPr>
        <p:blipFill>
          <a:blip xmlns:r="http://schemas.openxmlformats.org/officeDocument/2006/relationships" xmlns:a="http://schemas.openxmlformats.org/drawingml/2006/main" r:embed="Rfc5cecabead24868">
            <a:extLst>
              <a:ext uri="{96DAC541-7B7A-43D3-8B79-37D633B846F1}">
                <asvg:svgBlip xmlns:asvg="http://schemas.microsoft.com/office/drawing/2016/SVG/main" r:embed="R40b2afe48c1c4fb2"/>
              </a:ext>
            </a:extLst>
          </a:blip>
          <a:srcRect xmlns:a="http://schemas.openxmlformats.org/drawingml/2006/main" l="0" t="0" r="0" b="0"/>
          <a:stretch xmlns:a="http://schemas.openxmlformats.org/drawingml/2006/main"/>
        </p:blipFill>
        <p:spPr>
          <a:xfrm xmlns:a="http://schemas.openxmlformats.org/drawingml/2006/main">
            <a:off x="4205726" y="2313761"/>
            <a:ext cx="343592" cy="341120"/>
          </a:xfrm>
          <a:prstGeom xmlns:a="http://schemas.openxmlformats.org/drawingml/2006/main" prst="rect">
            <a:avLst/>
          </a:prstGeom>
        </p:spPr>
      </p:pic>
      <p:pic>
        <p:nvPicPr>
          <p:cNvPr id="124" name="Graphic 6"/>
          <p:cNvPicPr>
            <a:picLocks xmlns:a="http://schemas.openxmlformats.org/drawingml/2006/main" noChangeAspect="1"/>
          </p:cNvPicPr>
          <p:nvPr/>
        </p:nvPicPr>
        <p:blipFill>
          <a:blip xmlns:r="http://schemas.openxmlformats.org/officeDocument/2006/relationships" xmlns:a="http://schemas.openxmlformats.org/drawingml/2006/main" r:embed="R2f4e0d7c3bfa4bba">
            <a:extLst>
              <a:ext uri="{96DAC541-7B7A-43D3-8B79-37D633B846F1}">
                <asvg:svgBlip xmlns:asvg="http://schemas.microsoft.com/office/drawing/2016/SVG/main" r:embed="Re0f97ad57d7c4e33"/>
              </a:ext>
            </a:extLst>
          </a:blip>
          <a:srcRect xmlns:a="http://schemas.openxmlformats.org/drawingml/2006/main" l="0" t="0" r="0" b="0"/>
          <a:stretch xmlns:a="http://schemas.openxmlformats.org/drawingml/2006/main"/>
        </p:blipFill>
        <p:spPr>
          <a:xfrm xmlns:a="http://schemas.openxmlformats.org/drawingml/2006/main">
            <a:off x="5807959" y="2306500"/>
            <a:ext cx="416366" cy="324765"/>
          </a:xfrm>
          <a:prstGeom xmlns:a="http://schemas.openxmlformats.org/drawingml/2006/main" prst="rect">
            <a:avLst/>
          </a:prstGeom>
        </p:spPr>
      </p:pic>
      <p:pic>
        <p:nvPicPr>
          <p:cNvPr id="125" name="Graphic 7"/>
          <p:cNvPicPr>
            <a:picLocks xmlns:a="http://schemas.openxmlformats.org/drawingml/2006/main" noChangeAspect="1"/>
          </p:cNvPicPr>
          <p:nvPr/>
        </p:nvPicPr>
        <p:blipFill>
          <a:blip xmlns:r="http://schemas.openxmlformats.org/officeDocument/2006/relationships" xmlns:a="http://schemas.openxmlformats.org/drawingml/2006/main" r:embed="R37df8724bc3f4ab7">
            <a:extLst>
              <a:ext uri="{96DAC541-7B7A-43D3-8B79-37D633B846F1}">
                <asvg:svgBlip xmlns:asvg="http://schemas.microsoft.com/office/drawing/2016/SVG/main" r:embed="Raac2144ed1014a11"/>
              </a:ext>
            </a:extLst>
          </a:blip>
          <a:stretch xmlns:a="http://schemas.openxmlformats.org/drawingml/2006/main">
            <a:fillRect l="0" t="0" r="0" b="0"/>
          </a:stretch>
        </p:blipFill>
        <p:spPr>
          <a:xfrm xmlns:a="http://schemas.openxmlformats.org/drawingml/2006/main">
            <a:off x="7424192" y="2295773"/>
            <a:ext cx="416366" cy="341120"/>
          </a:xfrm>
          <a:prstGeom xmlns:a="http://schemas.openxmlformats.org/drawingml/2006/main" prst="rect">
            <a:avLst/>
          </a:prstGeom>
        </p:spPr>
      </p:pic>
    </p:spTree>
    <p:extLst>
      <p:ext uri="{BB962C8B-B14F-4D97-AF65-F5344CB8AC3E}">
        <p14:creationId xmlns:p14="http://schemas.microsoft.com/office/powerpoint/2010/main" val="26477751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46B726AC-FF06-C8A8-0E41-2CD6ACE6ECFA}"/>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2" name="Title 1">
            <a:extLst xmlns:a="http://schemas.openxmlformats.org/drawingml/2006/main">
              <a:ext uri="{FF2B5EF4-FFF2-40B4-BE49-F238E27FC236}">
                <a16:creationId xmlns:a16="http://schemas.microsoft.com/office/drawing/2014/main" id="{3EA332B2-190C-AE4B-A35E-2309514FEB2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025"/>
            </a:pPr>
            <a:r>
              <a:rPr sz="2025"/>
              <a:t>Startup We'd Buy Tomorrow</a:t>
            </a:r>
            <a:endParaRPr/>
          </a:p>
        </p:txBody>
      </p:sp>
      <p:sp>
        <p:nvSpPr>
          <p:cNvPr id="8" name="Content Placeholder 7">
            <a:extLst xmlns:a="http://schemas.openxmlformats.org/drawingml/2006/main">
              <a:ext uri="{FF2B5EF4-FFF2-40B4-BE49-F238E27FC236}">
                <a16:creationId xmlns:a16="http://schemas.microsoft.com/office/drawing/2014/main" id="{C1045DC6-720A-3028-22C1-6525917F9465}"/>
              </a:ext>
            </a:extLst>
          </p:cNvPr>
          <p:cNvSpPr>
            <a:spLocks xmlns:a="http://schemas.openxmlformats.org/drawingml/2006/main" noGrp="1"/>
          </p:cNvSpPr>
          <p:nvPr>
            <p:ph type="body" idx="16"/>
          </p:nvPr>
        </p:nvSpPr>
        <p:spPr/>
        <p:txBody>
          <a:bodyPr xmlns:a="http://schemas.openxmlformats.org/drawingml/2006/main"/>
          <a:lstStyle xmlns:a="http://schemas.openxmlformats.org/drawingml/2006/main"/>
          <a:p xmlns:a="http://schemas.openxmlformats.org/drawingml/2006/main">
            <a:pPr lvl="1">
              <a:buNone/>
              <a:defRPr sz="1200"/>
            </a:pPr>
            <a:r>
              <a:rPr sz="1200"/>
              <a:t>Architected for Wealth Management Compliance</a:t>
            </a:r>
          </a:p>
          <a:p xmlns:a="http://schemas.openxmlformats.org/drawingml/2006/main">
            <a:pPr>
              <a:defRPr sz="1200"/>
            </a:pPr>
            <a:r>
              <a:rPr sz="1200"/>
              <a:t>Unlike generic conversational wrappers, Briefly enforces non-directive language, human-in-the-loop review checkpoints, and an automated audit trail for every output.</a:t>
            </a:r>
          </a:p>
          <a:p xmlns:a="http://schemas.openxmlformats.org/drawingml/2006/main">
            <a:pPr>
              <a:defRPr sz="1200"/>
            </a:pPr>
            <a:r>
              <a:rPr sz="1200"/>
              <a:t>Immediate Distribution Advantage</a:t>
            </a:r>
          </a:p>
        </p:txBody>
      </p:sp>
      <p:sp>
        <p:nvSpPr>
          <p:cNvPr id="3" name="Text Placeholder 2">
            <a:extLst xmlns:a="http://schemas.openxmlformats.org/drawingml/2006/main">
              <a:ext uri="{FF2B5EF4-FFF2-40B4-BE49-F238E27FC236}">
                <a16:creationId xmlns:a16="http://schemas.microsoft.com/office/drawing/2014/main" id="{81EBC0CE-424B-53A0-EA6A-FE568490E024}"/>
              </a:ext>
            </a:extLst>
          </p:cNvPr>
          <p:cNvSpPr>
            <a:spLocks xmlns:a="http://schemas.openxmlformats.org/drawingml/2006/main" noGrp="1"/>
          </p:cNvSpPr>
          <p:nvPr>
            <p:ph type="body" idx="17"/>
          </p:nvPr>
        </p:nvSpPr>
        <p:spPr>
          <a:xfrm xmlns:a="http://schemas.openxmlformats.org/drawingml/2006/main">
            <a:off x="457200" y="3600795"/>
            <a:ext cx="3981450" cy="839787"/>
          </a:xfrm>
        </p:spPr>
        <p:txBody>
          <a:bodyPr xmlns:a="http://schemas.openxmlformats.org/drawingml/2006/main"/>
          <a:lstStyle xmlns:a="http://schemas.openxmlformats.org/drawingml/2006/main"/>
          <a:p xmlns:a="http://schemas.openxmlformats.org/drawingml/2006/main">
            <a:pPr>
              <a:defRPr sz="1088"/>
            </a:pPr>
            <a:r>
              <a:rPr sz="1088"/>
              <a:t>Briefly solves the daily operational friction of 32,500 advisors while maintaining the absolute compliance controls required by broker-dealers.</a:t>
            </a:r>
          </a:p>
        </p:txBody>
      </p:sp>
      <p:sp>
        <p:nvSpPr>
          <p:cNvPr id="7" name="Text Placeholder 6">
            <a:extLst xmlns:a="http://schemas.openxmlformats.org/drawingml/2006/main">
              <a:ext uri="{FF2B5EF4-FFF2-40B4-BE49-F238E27FC236}">
                <a16:creationId xmlns:a16="http://schemas.microsoft.com/office/drawing/2014/main" id="{29838DA9-2563-9244-BD72-938CA53F0426}"/>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Why LPL Should Acquire Briefly. A turnkey, compliance-first AI layer designed specifically for wealth management broker-dealers.</a:t>
            </a:r>
          </a:p>
        </p:txBody>
      </p:sp>
      <p:sp>
        <p:nvSpPr>
          <p:cNvPr id="10" name="Left column final detail">
            <a:extLst xmlns:a="http://schemas.openxmlformats.org/drawingml/2006/main">
              <a:ext uri="{FF2B5EF4-FFF2-40B4-BE49-F238E27FC236}">
                <a16:creationId xmlns:a16="http://schemas.microsoft.com/office/drawing/2014/main" id="{C119B802-3EB9-4B85-9A3F-A765A9FD894F}"/>
              </a:ext>
            </a:extLst>
          </p:cNvPr>
          <p:cNvSpPr>
            <a:spLocks xmlns:a="http://schemas.openxmlformats.org/drawingml/2006/main" noGrp="1"/>
          </p:cNvSpPr>
          <p:nvPr/>
        </p:nvSpPr>
        <p:spPr>
          <a:xfrm xmlns:a="http://schemas.openxmlformats.org/drawingml/2006/main">
            <a:off x="457200" y="2619375"/>
            <a:ext cx="398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63">
                <a:solidFill>
                  <a:srgbClr val="00205B"/>
                </a:solidFill>
                <a:latin typeface="Tenorite"/>
                <a:ea typeface="Tenorite"/>
                <a:cs typeface="Tenorite"/>
              </a:defRPr>
            </a:pPr>
            <a:r>
              <a:rPr sz="1163">
                <a:solidFill>
                  <a:srgbClr val="00205B"/>
                </a:solidFill>
                <a:latin typeface="Tenorite"/>
                <a:ea typeface="Tenorite"/>
                <a:cs typeface="Tenorite"/>
              </a:rPr>
              <a:t>Tailored to integrate cleanly across LPL’s network of 32,500 independent advisors and 1,100 institutions. Operates as an intelligent SaaS companion alongside ClientWorks.</a:t>
            </a:r>
          </a:p>
        </p:txBody>
      </p:sp>
      <p:sp>
        <p:nvSpPr>
          <p:cNvPr id="11" name="Right column heading 1">
            <a:extLst xmlns:a="http://schemas.openxmlformats.org/drawingml/2006/main">
              <a:ext uri="{FF2B5EF4-FFF2-40B4-BE49-F238E27FC236}">
                <a16:creationId xmlns:a16="http://schemas.microsoft.com/office/drawing/2014/main" id="{D88EF48B-85A3-4FBB-A7B6-F34626E9E268}"/>
              </a:ext>
            </a:extLst>
          </p:cNvPr>
          <p:cNvSpPr>
            <a:spLocks xmlns:a="http://schemas.openxmlformats.org/drawingml/2006/main" noGrp="1"/>
          </p:cNvSpPr>
          <p:nvPr/>
        </p:nvSpPr>
        <p:spPr>
          <a:xfrm xmlns:a="http://schemas.openxmlformats.org/drawingml/2006/main">
            <a:off x="4800600" y="13620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13" b="1">
                <a:solidFill>
                  <a:srgbClr val="00205B"/>
                </a:solidFill>
                <a:latin typeface="Tenorite"/>
                <a:ea typeface="Tenorite"/>
                <a:cs typeface="Tenorite"/>
              </a:defRPr>
            </a:pPr>
            <a:r>
              <a:rPr sz="1313" b="1">
                <a:solidFill>
                  <a:srgbClr val="00205B"/>
                </a:solidFill>
                <a:latin typeface="Tenorite"/>
                <a:ea typeface="Tenorite"/>
                <a:cs typeface="Tenorite"/>
              </a:rPr>
              <a:t>Zero PII &amp; Enterprise Ready</a:t>
            </a:r>
          </a:p>
        </p:txBody>
      </p:sp>
      <p:sp>
        <p:nvSpPr>
          <p:cNvPr id="12" name="Right column body 1">
            <a:extLst xmlns:a="http://schemas.openxmlformats.org/drawingml/2006/main">
              <a:ext uri="{FF2B5EF4-FFF2-40B4-BE49-F238E27FC236}">
                <a16:creationId xmlns:a16="http://schemas.microsoft.com/office/drawing/2014/main" id="{62886AD0-CDBD-404F-A38B-B74DB7745B1B}"/>
              </a:ext>
            </a:extLst>
          </p:cNvPr>
          <p:cNvSpPr>
            <a:spLocks xmlns:a="http://schemas.openxmlformats.org/drawingml/2006/main" noGrp="1"/>
          </p:cNvSpPr>
          <p:nvPr/>
        </p:nvSpPr>
        <p:spPr>
          <a:xfrm xmlns:a="http://schemas.openxmlformats.org/drawingml/2006/main">
            <a:off x="4800600" y="16573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63">
                <a:solidFill>
                  <a:srgbClr val="00205B"/>
                </a:solidFill>
                <a:latin typeface="Tenorite"/>
                <a:ea typeface="Tenorite"/>
                <a:cs typeface="Tenorite"/>
              </a:defRPr>
            </a:pPr>
            <a:r>
              <a:rPr sz="1163">
                <a:solidFill>
                  <a:srgbClr val="00205B"/>
                </a:solidFill>
                <a:latin typeface="Tenorite"/>
                <a:ea typeface="Tenorite"/>
                <a:cs typeface="Tenorite"/>
              </a:rPr>
              <a:t>Tested on strictly synthetic schemas to validate privacy controls, ready to connect directly to enterprise Amazon Bedrock Knowledge Bases and proprietary custodial APIs.</a:t>
            </a:r>
          </a:p>
        </p:txBody>
      </p:sp>
      <p:sp>
        <p:nvSpPr>
          <p:cNvPr id="13" name="">
            <a:extLst xmlns:a="http://schemas.openxmlformats.org/drawingml/2006/main">
              <a:ext uri="{FF2B5EF4-FFF2-40B4-BE49-F238E27FC236}">
                <a16:creationId xmlns:a16="http://schemas.microsoft.com/office/drawing/2014/main" id="{05CD874B-9F90-4D7C-B50B-0FFCE4FE0E56}"/>
              </a:ext>
            </a:extLst>
          </p:cNvPr>
          <p:cNvSpPr>
            <a:spLocks xmlns:a="http://schemas.openxmlformats.org/drawingml/2006/main" noGrp="1"/>
          </p:cNvSpPr>
          <p:nvPr/>
        </p:nvSpPr>
        <p:spPr>
          <a:xfrm xmlns:a="http://schemas.openxmlformats.org/drawingml/2006/main">
            <a:off x="4800600" y="2533650"/>
            <a:ext cx="3714750" cy="0"/>
          </a:xfrm>
          <a:prstGeom xmlns:a="http://schemas.openxmlformats.org/drawingml/2006/main" prst="line">
            <a:avLst/>
          </a:prstGeom>
          <a:ln xmlns:a="http://schemas.openxmlformats.org/drawingml/2006/main" w="9525">
            <a:solidFill>
              <a:srgbClr val="9BA9B8"/>
            </a:solidFill>
          </a:ln>
        </p:spPr>
      </p:sp>
      <p:sp>
        <p:nvSpPr>
          <p:cNvPr id="14" name="Right column heading 2">
            <a:extLst xmlns:a="http://schemas.openxmlformats.org/drawingml/2006/main">
              <a:ext uri="{FF2B5EF4-FFF2-40B4-BE49-F238E27FC236}">
                <a16:creationId xmlns:a16="http://schemas.microsoft.com/office/drawing/2014/main" id="{F6F70230-7001-4E74-8B18-FD32473486D6}"/>
              </a:ext>
            </a:extLst>
          </p:cNvPr>
          <p:cNvSpPr>
            <a:spLocks xmlns:a="http://schemas.openxmlformats.org/drawingml/2006/main" noGrp="1"/>
          </p:cNvSpPr>
          <p:nvPr/>
        </p:nvSpPr>
        <p:spPr>
          <a:xfrm xmlns:a="http://schemas.openxmlformats.org/drawingml/2006/main">
            <a:off x="4800600" y="26479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13" b="1">
                <a:solidFill>
                  <a:srgbClr val="00205B"/>
                </a:solidFill>
                <a:latin typeface="Tenorite"/>
                <a:ea typeface="Tenorite"/>
                <a:cs typeface="Tenorite"/>
              </a:defRPr>
            </a:pPr>
            <a:r>
              <a:rPr sz="1313" b="1">
                <a:solidFill>
                  <a:srgbClr val="00205B"/>
                </a:solidFill>
                <a:latin typeface="Tenorite"/>
                <a:ea typeface="Tenorite"/>
                <a:cs typeface="Tenorite"/>
              </a:rPr>
              <a:t>Advisor Stickiness &amp; Platform Retention</a:t>
            </a:r>
          </a:p>
        </p:txBody>
      </p:sp>
      <p:sp>
        <p:nvSpPr>
          <p:cNvPr id="15" name="Right column body 2">
            <a:extLst xmlns:a="http://schemas.openxmlformats.org/drawingml/2006/main">
              <a:ext uri="{FF2B5EF4-FFF2-40B4-BE49-F238E27FC236}">
                <a16:creationId xmlns:a16="http://schemas.microsoft.com/office/drawing/2014/main" id="{45DEC19A-B006-42A4-B871-ECAC2679A321}"/>
              </a:ext>
            </a:extLst>
          </p:cNvPr>
          <p:cNvSpPr>
            <a:spLocks xmlns:a="http://schemas.openxmlformats.org/drawingml/2006/main" noGrp="1"/>
          </p:cNvSpPr>
          <p:nvPr/>
        </p:nvSpPr>
        <p:spPr>
          <a:xfrm xmlns:a="http://schemas.openxmlformats.org/drawingml/2006/main">
            <a:off x="4800600" y="3057525"/>
            <a:ext cx="3714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63">
                <a:solidFill>
                  <a:srgbClr val="00205B"/>
                </a:solidFill>
                <a:latin typeface="Tenorite"/>
                <a:ea typeface="Tenorite"/>
                <a:cs typeface="Tenorite"/>
              </a:defRPr>
            </a:pPr>
            <a:r>
              <a:rPr sz="1163">
                <a:solidFill>
                  <a:srgbClr val="00205B"/>
                </a:solidFill>
                <a:latin typeface="Tenorite"/>
                <a:ea typeface="Tenorite"/>
                <a:cs typeface="Tenorite"/>
              </a:rPr>
              <a:t>Gives LPL-affiliated advisors a technological moat, modernizing their client interactions and driving firm-wide asset consolidation.</a:t>
            </a:r>
          </a:p>
        </p:txBody>
      </p:sp>
    </p:spTree>
    <p:extLst>
      <p:ext uri="{BB962C8B-B14F-4D97-AF65-F5344CB8AC3E}">
        <p14:creationId xmlns:p14="http://schemas.microsoft.com/office/powerpoint/2010/main" val="369720820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368325-123C-2046-B960-CFCC72838EBC}"/>
              </a:ext>
            </a:extLst>
          </p:cNvPr>
          <p:cNvSpPr>
            <a:spLocks xmlns:a="http://schemas.openxmlformats.org/drawingml/2006/main" noGrp="1"/>
          </p:cNvSpPr>
          <p:nvPr>
            <p:ph type="title" idx="0"/>
          </p:nvPr>
        </p:nvSpPr>
        <p:spPr>
          <a:xfrm xmlns:a="http://schemas.openxmlformats.org/drawingml/2006/main">
            <a:off x="457199" y="429767"/>
            <a:ext cx="8229600" cy="406845"/>
          </a:xfrm>
        </p:spPr>
        <p:txBody>
          <a:bodyPr xmlns:a="http://schemas.openxmlformats.org/drawingml/2006/main"/>
          <a:lstStyle xmlns:a="http://schemas.openxmlformats.org/drawingml/2006/main"/>
          <a:p xmlns:a="http://schemas.openxmlformats.org/drawingml/2006/main">
            <a:r>
              <a:t>Measurable Business Value &amp; Operational ROI</a:t>
            </a:r>
          </a:p>
        </p:txBody>
      </p:sp>
      <p:sp>
        <p:nvSpPr>
          <p:cNvPr id="3" name="Footer Placeholder 2">
            <a:extLst xmlns:a="http://schemas.openxmlformats.org/drawingml/2006/main">
              <a:ext uri="{FF2B5EF4-FFF2-40B4-BE49-F238E27FC236}">
                <a16:creationId xmlns:a16="http://schemas.microsoft.com/office/drawing/2014/main" id="{54F0F823-90A6-CDA5-7875-F9394C5107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Member FINRA/SIPC</a:t>
            </a:r>
            <a:endParaRPr/>
          </a:p>
        </p:txBody>
      </p:sp>
      <p:sp>
        <p:nvSpPr>
          <p:cNvPr id="7" name="Text Placeholder 6">
            <a:extLst xmlns:a="http://schemas.openxmlformats.org/drawingml/2006/main">
              <a:ext uri="{FF2B5EF4-FFF2-40B4-BE49-F238E27FC236}">
                <a16:creationId xmlns:a16="http://schemas.microsoft.com/office/drawing/2014/main" id="{C32B5B0C-B406-443B-888C-1ADFA5D438A2}"/>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Returning thousands of hours back to advisor-client engagement.</a:t>
            </a:r>
            <a:endParaRPr/>
          </a:p>
        </p:txBody>
      </p:sp>
      <p:graphicFrame>
        <p:nvGraphicFramePr>
          <p:cNvPr id="42" name="Table 8"/>
          <p:cNvGraphicFramePr/>
          <p:nvPr/>
        </p:nvGraphicFramePr>
        <p:xfrm>
          <a:off xmlns:a="http://schemas.openxmlformats.org/drawingml/2006/main" x="457200" y="1274380"/>
          <a:ext xmlns:a="http://schemas.openxmlformats.org/drawingml/2006/main" cx="8069266" cy="2815158"/>
        </p:xfrm>
        <a:graphic xmlns:a="http://schemas.openxmlformats.org/drawingml/2006/main">
          <a:graphicData uri="http://schemas.openxmlformats.org/drawingml/2006/table">
            <a:tbl>
              <a:tblPr firstRow="1" bandRow="1">
                <a:tableStyleId>{5C22544A-7EE6-4342-B048-85BDC9FD1C3A}</a:tableStyleId>
              </a:tblPr>
              <a:tblGrid>
                <a:gridCol w="1928446"/>
                <a:gridCol w="1535205"/>
                <a:gridCol w="1535205"/>
                <a:gridCol w="1535205"/>
                <a:gridCol w="1535205"/>
              </a:tblGrid>
              <a:tr h="469193">
                <a:tc>
                  <a:txBody>
                    <a:bodyPr/>
                    <a:lstStyle/>
                    <a:p>
                      <a:pPr marL="0" marR="0" lvl="0" indent="0" algn="ctr" defTabSz="457200">
                        <a:lnSpc>
                          <a:spcPct val="100000"/>
                        </a:lnSpc>
                        <a:spcBef>
                          <a:spcPts val="0"/>
                        </a:spcBef>
                        <a:spcAft>
                          <a:spcPts val="0"/>
                        </a:spcAft>
                        <a:buClrTx/>
                        <a:buSzTx/>
                        <a:buFontTx/>
                        <a:buNone/>
                      </a:pPr>
                      <a:r>
                        <a:rPr sz="923" b="1">
                          <a:solidFill>
                            <a:srgbClr val="00205B"/>
                          </a:solidFill>
                        </a:rPr>
                        <a:t>Operational Metric</a:t>
                      </a:r>
                      <a:endParaRPr sz="1200" b="1" i="0" kern="1200">
                        <a:solidFill>
                          <a:schemeClr val="tx1"/>
                        </a:solidFill>
                        <a:latin typeface="Tenorite"/>
                        <a:ea typeface="Tenorite"/>
                        <a:cs typeface="Tenorite"/>
                      </a:endParaRPr>
                    </a:p>
                  </a:txBody>
                  <a:tcPr marL="91440" marR="91440" marT="45720" marB="45720" anchor="b">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accent5"/>
                      </a:solidFill>
                      <a:prstDash val="solid"/>
                    </a:lnB>
                    <a:noFill/>
                  </a:tcPr>
                </a:tc>
                <a:tc>
                  <a:txBody>
                    <a:bodyPr/>
                    <a:lstStyle/>
                    <a:p>
                      <a:pPr marL="0" marR="0" lvl="0" indent="0" algn="ctr" defTabSz="457200">
                        <a:lnSpc>
                          <a:spcPct val="100000"/>
                        </a:lnSpc>
                        <a:spcBef>
                          <a:spcPts val="0"/>
                        </a:spcBef>
                        <a:spcAft>
                          <a:spcPts val="0"/>
                        </a:spcAft>
                        <a:buClrTx/>
                        <a:buSzTx/>
                        <a:buFontTx/>
                        <a:buNone/>
                      </a:pPr>
                      <a:r>
                        <a:rPr sz="923" b="1" i="0">
                          <a:solidFill>
                            <a:srgbClr val="00205B"/>
                          </a:solidFill>
                          <a:latin typeface="Tenorite"/>
                          <a:ea typeface="Tenorite"/>
                          <a:cs typeface="Tenorite"/>
                        </a:rPr>
                        <a:t>Legacy Workflow</a:t>
                      </a:r>
                    </a:p>
                  </a:txBody>
                  <a:tcPr marL="91440" marR="91440" marT="45720" marB="45720" anchor="b">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accent5"/>
                      </a:solidFill>
                      <a:prstDash val="solid"/>
                    </a:lnB>
                    <a:noFill/>
                  </a:tcPr>
                </a:tc>
                <a:tc>
                  <a:txBody>
                    <a:bodyPr/>
                    <a:lstStyle/>
                    <a:p>
                      <a:pPr marL="0" marR="0" lvl="0" indent="0" algn="ctr" defTabSz="457200">
                        <a:lnSpc>
                          <a:spcPct val="100000"/>
                        </a:lnSpc>
                        <a:spcBef>
                          <a:spcPts val="0"/>
                        </a:spcBef>
                        <a:spcAft>
                          <a:spcPts val="0"/>
                        </a:spcAft>
                        <a:buClrTx/>
                        <a:buSzTx/>
                        <a:buFontTx/>
                        <a:buNone/>
                      </a:pPr>
                      <a:r>
                        <a:rPr sz="923" b="1" i="0">
                          <a:solidFill>
                            <a:srgbClr val="00205B"/>
                          </a:solidFill>
                          <a:latin typeface="Tenorite"/>
                          <a:ea typeface="Tenorite"/>
                          <a:cs typeface="Tenorite"/>
                        </a:rPr>
                        <a:t>With Briefly Copilot</a:t>
                      </a:r>
                    </a:p>
                  </a:txBody>
                  <a:tcPr marL="91440" marR="91440" marT="45720" marB="45720" anchor="b">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accent5"/>
                      </a:solidFill>
                      <a:prstDash val="solid"/>
                    </a:lnB>
                    <a:noFill/>
                  </a:tcPr>
                </a:tc>
                <a:tc gridSpan="2">
                  <a:txBody>
                    <a:bodyPr/>
                    <a:lstStyle/>
                    <a:p>
                      <a:pPr marL="0" marR="0" lvl="0" indent="0" algn="ctr" defTabSz="457200">
                        <a:lnSpc>
                          <a:spcPct val="100000"/>
                        </a:lnSpc>
                        <a:spcBef>
                          <a:spcPts val="0"/>
                        </a:spcBef>
                        <a:spcAft>
                          <a:spcPts val="0"/>
                        </a:spcAft>
                        <a:buClrTx/>
                        <a:buSzTx/>
                        <a:buFontTx/>
                        <a:buNone/>
                      </a:pPr>
                      <a:r>
                        <a:rPr sz="923" b="1" i="0">
                          <a:solidFill>
                            <a:srgbClr val="00205B"/>
                          </a:solidFill>
                          <a:latin typeface="Tenorite"/>
                          <a:ea typeface="Tenorite"/>
                          <a:cs typeface="Tenorite"/>
                        </a:rPr>
                        <a:t>Measurable Value</a:t>
                      </a:r>
                    </a:p>
                  </a:txBody>
                  <a:tcPr marL="91440" marR="91440" marT="45720" marB="45720" anchor="b">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accent5"/>
                      </a:solidFill>
                      <a:prstDash val="solid"/>
                    </a:lnB>
                    <a:noFill/>
                  </a:tcPr>
                </a:tc>
                <a:tc hMerge="1">
                  <a:txBody>
                    <a:bodyPr/>
                    <a:lstStyle/>
                    <a:p>
                      <a:pPr marL="0" marR="0" lvl="0" indent="0" algn="ctr" defTabSz="457200">
                        <a:lnSpc>
                          <a:spcPct val="100000"/>
                        </a:lnSpc>
                        <a:spcBef>
                          <a:spcPts val="0"/>
                        </a:spcBef>
                        <a:spcAft>
                          <a:spcPts val="0"/>
                        </a:spcAft>
                        <a:buClrTx/>
                        <a:buSzTx/>
                        <a:buFontTx/>
                        <a:buNone/>
                      </a:pPr>
                      <a:r>
                        <a:rPr sz="923" b="1" i="0">
                          <a:solidFill>
                            <a:srgbClr val="00205B"/>
                          </a:solidFill>
                          <a:latin typeface="Tenorite"/>
                          <a:ea typeface="Tenorite"/>
                          <a:cs typeface="Tenorite"/>
                        </a:rPr>
                        <a:t>Column 4</a:t>
                      </a:r>
                    </a:p>
                  </a:txBody>
                  <a:tcPr marL="91440" marR="91440" marT="45720" marB="45720" anchor="b">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accent5"/>
                      </a:solidFill>
                      <a:prstDash val="solid"/>
                    </a:lnB>
                    <a:noFill/>
                  </a:tcPr>
                </a:tc>
              </a:tr>
              <a:tr h="469193">
                <a:tc>
                  <a:txBody>
                    <a:bodyPr/>
                    <a:lstStyle/>
                    <a:p>
                      <a:pPr marL="0" marR="0" lvl="0" indent="0" algn="l" defTabSz="457200">
                        <a:lnSpc>
                          <a:spcPct val="100000"/>
                        </a:lnSpc>
                        <a:spcBef>
                          <a:spcPts val="0"/>
                        </a:spcBef>
                        <a:spcAft>
                          <a:spcPts val="0"/>
                        </a:spcAft>
                        <a:buClrTx/>
                        <a:buSzTx/>
                        <a:buFontTx/>
                        <a:buNone/>
                      </a:pPr>
                      <a:r>
                        <a:rPr sz="923" b="0" i="0">
                          <a:solidFill>
                            <a:schemeClr val="tx1"/>
                          </a:solidFill>
                          <a:latin typeface="Tenorite"/>
                          <a:ea typeface="Tenorite"/>
                          <a:cs typeface="Tenorite"/>
                        </a:rPr>
                        <a:t>Meeting Preparation Time</a:t>
                      </a: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accent5"/>
                      </a:solidFill>
                      <a:prstDash val="solid"/>
                    </a:lnT>
                    <a:lnB w="12700" cmpd="sng">
                      <a:solidFill>
                        <a:schemeClr val="bg1"/>
                      </a:solidFill>
                      <a:prstDash val="solid"/>
                    </a:lnB>
                    <a:solidFill>
                      <a:schemeClr val="bg1"/>
                    </a:solidFill>
                  </a:tcPr>
                </a:tc>
                <a:tc>
                  <a:txBody>
                    <a:bodyPr/>
                    <a:lstStyle/>
                    <a:p>
                      <a:pPr marL="0" marR="0" lvl="0" indent="0" algn="ctr" defTabSz="457200">
                        <a:lnSpc>
                          <a:spcPct val="100000"/>
                        </a:lnSpc>
                        <a:spcBef>
                          <a:spcPts val="0"/>
                        </a:spcBef>
                        <a:spcAft>
                          <a:spcPts val="0"/>
                        </a:spcAft>
                        <a:buClrTx/>
                        <a:buSzTx/>
                        <a:buFontTx/>
                        <a:buNone/>
                      </a:pPr>
                      <a:r>
                        <a:rPr sz="923"/>
                        <a:t>45 minutes per client</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accent5"/>
                      </a:solidFill>
                      <a:prstDash val="solid"/>
                    </a:lnT>
                    <a:lnB w="12700" cmpd="sng">
                      <a:solidFill>
                        <a:schemeClr val="bg1"/>
                      </a:solidFill>
                      <a:prstDash val="solid"/>
                    </a:lnB>
                    <a:solidFill>
                      <a:schemeClr val="bg1"/>
                    </a:solidFill>
                  </a:tcPr>
                </a:tc>
                <a:tc>
                  <a:txBody>
                    <a:bodyPr/>
                    <a:lstStyle/>
                    <a:p>
                      <a:pPr marL="0" marR="0" lvl="0" indent="0" algn="ctr" defTabSz="457200">
                        <a:lnSpc>
                          <a:spcPct val="100000"/>
                        </a:lnSpc>
                        <a:spcBef>
                          <a:spcPts val="0"/>
                        </a:spcBef>
                        <a:spcAft>
                          <a:spcPts val="0"/>
                        </a:spcAft>
                        <a:buClrTx/>
                        <a:buSzTx/>
                        <a:buFontTx/>
                        <a:buNone/>
                      </a:pPr>
                      <a:r>
                        <a:rPr sz="923"/>
                        <a:t>Under 30 seconds</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accent5"/>
                      </a:solidFill>
                      <a:prstDash val="solid"/>
                    </a:lnT>
                    <a:lnB w="12700" cmpd="sng">
                      <a:solidFill>
                        <a:schemeClr val="bg1"/>
                      </a:solidFill>
                      <a:prstDash val="solid"/>
                    </a:lnB>
                    <a:solidFill>
                      <a:schemeClr val="bg1"/>
                    </a:solidFill>
                  </a:tcPr>
                </a:tc>
                <a:tc gridSpan="2">
                  <a:txBody>
                    <a:bodyPr/>
                    <a:lstStyle/>
                    <a:p>
                      <a:pPr marL="0" marR="0" lvl="0" indent="0" algn="ctr" defTabSz="457200">
                        <a:lnSpc>
                          <a:spcPct val="100000"/>
                        </a:lnSpc>
                        <a:spcBef>
                          <a:spcPts val="0"/>
                        </a:spcBef>
                        <a:spcAft>
                          <a:spcPts val="0"/>
                        </a:spcAft>
                        <a:buClrTx/>
                        <a:buSzTx/>
                        <a:buFontTx/>
                        <a:buNone/>
                      </a:pPr>
                      <a:r>
                        <a:rPr sz="923"/>
                        <a:t>90%+ time reduction</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accent5"/>
                      </a:solidFill>
                      <a:prstDash val="solid"/>
                    </a:lnT>
                    <a:lnB w="12700" cmpd="sng">
                      <a:solidFill>
                        <a:schemeClr val="bg1"/>
                      </a:solidFill>
                      <a:prstDash val="solid"/>
                    </a:lnB>
                    <a:solidFill>
                      <a:schemeClr val="bg1"/>
                    </a:solidFill>
                  </a:tcPr>
                </a:tc>
                <a:tc hMerge="1">
                  <a:txBody>
                    <a:bodyPr/>
                    <a:lstStyle/>
                    <a:p>
                      <a:pPr marL="0" marR="0" lvl="0" indent="0" algn="ctr" defTabSz="457200">
                        <a:lnSpc>
                          <a:spcPct val="100000"/>
                        </a:lnSpc>
                        <a:spcBef>
                          <a:spcPts val="0"/>
                        </a:spcBef>
                        <a:spcAft>
                          <a:spcPts val="0"/>
                        </a:spcAft>
                        <a:buClrTx/>
                        <a:buSzTx/>
                        <a:buFontTx/>
                        <a:buNone/>
                      </a:pP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accent5"/>
                      </a:solidFill>
                      <a:prstDash val="solid"/>
                    </a:lnT>
                    <a:lnB w="12700" cmpd="sng">
                      <a:solidFill>
                        <a:schemeClr val="bg1"/>
                      </a:solidFill>
                      <a:prstDash val="solid"/>
                    </a:lnB>
                    <a:solidFill>
                      <a:schemeClr val="bg1"/>
                    </a:solidFill>
                  </a:tcPr>
                </a:tc>
              </a:tr>
              <a:tr h="469193">
                <a:tc>
                  <a:txBody>
                    <a:bodyPr/>
                    <a:lstStyle/>
                    <a:p>
                      <a:pPr marL="0" marR="0" lvl="0" indent="0" algn="l" defTabSz="457200">
                        <a:lnSpc>
                          <a:spcPct val="100000"/>
                        </a:lnSpc>
                        <a:spcBef>
                          <a:spcPts val="0"/>
                        </a:spcBef>
                        <a:spcAft>
                          <a:spcPts val="0"/>
                        </a:spcAft>
                        <a:buClrTx/>
                        <a:buSzTx/>
                        <a:buFontTx/>
                        <a:buNone/>
                      </a:pPr>
                      <a:r>
                        <a:rPr sz="923" b="0" i="0">
                          <a:solidFill>
                            <a:schemeClr val="tx1"/>
                          </a:solidFill>
                          <a:latin typeface="Tenorite"/>
                          <a:ea typeface="Tenorite"/>
                          <a:cs typeface="Tenorite"/>
                        </a:rPr>
                        <a:t>Market &amp; CRM Data Freshness</a:t>
                      </a: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2"/>
                    </a:solidFill>
                  </a:tcPr>
                </a:tc>
                <a:tc>
                  <a:txBody>
                    <a:bodyPr/>
                    <a:lstStyle/>
                    <a:p>
                      <a:pPr marL="0" marR="0" lvl="0" indent="0" algn="ctr" defTabSz="457200">
                        <a:lnSpc>
                          <a:spcPct val="100000"/>
                        </a:lnSpc>
                        <a:spcBef>
                          <a:spcPts val="0"/>
                        </a:spcBef>
                        <a:spcAft>
                          <a:spcPts val="0"/>
                        </a:spcAft>
                        <a:buClrTx/>
                        <a:buSzTx/>
                        <a:buFontTx/>
                        <a:buNone/>
                      </a:pPr>
                      <a:r>
                        <a:rPr sz="923"/>
                        <a:t>Static notes &amp; delayed quotes</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2"/>
                    </a:solidFill>
                  </a:tcPr>
                </a:tc>
                <a:tc>
                  <a:txBody>
                    <a:bodyPr/>
                    <a:lstStyle/>
                    <a:p>
                      <a:pPr marL="0" marR="0" lvl="0" indent="0" algn="ctr" defTabSz="457200">
                        <a:lnSpc>
                          <a:spcPct val="100000"/>
                        </a:lnSpc>
                        <a:spcBef>
                          <a:spcPts val="0"/>
                        </a:spcBef>
                        <a:spcAft>
                          <a:spcPts val="0"/>
                        </a:spcAft>
                        <a:buClrTx/>
                        <a:buSzTx/>
                        <a:buFontTx/>
                        <a:buNone/>
                      </a:pPr>
                      <a:r>
                        <a:rPr sz="923"/>
                        <a:t>Real-time APIs (yfinance, DDG)</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2"/>
                    </a:solidFill>
                  </a:tcPr>
                </a:tc>
                <a:tc gridSpan="2">
                  <a:txBody>
                    <a:bodyPr/>
                    <a:lstStyle/>
                    <a:p>
                      <a:pPr marL="0" marR="0" lvl="0" indent="0" algn="ctr" defTabSz="457200">
                        <a:lnSpc>
                          <a:spcPct val="100000"/>
                        </a:lnSpc>
                        <a:spcBef>
                          <a:spcPts val="0"/>
                        </a:spcBef>
                        <a:spcAft>
                          <a:spcPts val="0"/>
                        </a:spcAft>
                        <a:buClrTx/>
                        <a:buSzTx/>
                        <a:buFontTx/>
                        <a:buNone/>
                      </a:pPr>
                      <a:r>
                        <a:rPr sz="923"/>
                        <a:t>Zero latency live context</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2"/>
                    </a:solidFill>
                  </a:tcPr>
                </a:tc>
                <a:tc hMerge="1">
                  <a:txBody>
                    <a:bodyPr/>
                    <a:lstStyle/>
                    <a:p>
                      <a:pPr marL="0" marR="0" lvl="0" indent="0" algn="ctr" defTabSz="457200">
                        <a:lnSpc>
                          <a:spcPct val="100000"/>
                        </a:lnSpc>
                        <a:spcBef>
                          <a:spcPts val="0"/>
                        </a:spcBef>
                        <a:spcAft>
                          <a:spcPts val="0"/>
                        </a:spcAft>
                        <a:buClrTx/>
                        <a:buSzTx/>
                        <a:buFontTx/>
                        <a:buNone/>
                      </a:pP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2"/>
                    </a:solidFill>
                  </a:tcPr>
                </a:tc>
              </a:tr>
              <a:tr h="469193">
                <a:tc>
                  <a:txBody>
                    <a:bodyPr/>
                    <a:lstStyle/>
                    <a:p>
                      <a:pPr marL="0" marR="0" lvl="0" indent="0" algn="l" defTabSz="457200">
                        <a:lnSpc>
                          <a:spcPct val="100000"/>
                        </a:lnSpc>
                        <a:spcBef>
                          <a:spcPts val="0"/>
                        </a:spcBef>
                        <a:spcAft>
                          <a:spcPts val="0"/>
                        </a:spcAft>
                        <a:buClrTx/>
                        <a:buSzTx/>
                        <a:buFontTx/>
                        <a:buNone/>
                      </a:pPr>
                      <a:r>
                        <a:rPr sz="923" b="0" i="0">
                          <a:solidFill>
                            <a:schemeClr val="tx1"/>
                          </a:solidFill>
                          <a:latin typeface="Tenorite"/>
                          <a:ea typeface="Tenorite"/>
                          <a:cs typeface="Tenorite"/>
                        </a:rPr>
                        <a:t>Task &amp; Drift Oversight</a:t>
                      </a: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1"/>
                    </a:solidFill>
                  </a:tcPr>
                </a:tc>
                <a:tc>
                  <a:txBody>
                    <a:bodyPr/>
                    <a:lstStyle/>
                    <a:p>
                      <a:pPr marL="0" marR="0" lvl="0" indent="0" algn="ctr" defTabSz="457200">
                        <a:lnSpc>
                          <a:spcPct val="100000"/>
                        </a:lnSpc>
                        <a:spcBef>
                          <a:spcPts val="0"/>
                        </a:spcBef>
                        <a:spcAft>
                          <a:spcPts val="0"/>
                        </a:spcAft>
                        <a:buClrTx/>
                        <a:buSzTx/>
                        <a:buFontTx/>
                        <a:buNone/>
                      </a:pPr>
                      <a:r>
                        <a:rPr sz="923"/>
                        <a:t>Manual, ad-hoc discovery</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1"/>
                    </a:solidFill>
                  </a:tcPr>
                </a:tc>
                <a:tc>
                  <a:txBody>
                    <a:bodyPr/>
                    <a:lstStyle/>
                    <a:p>
                      <a:pPr marL="0" marR="0" lvl="0" indent="0" algn="ctr" defTabSz="457200">
                        <a:lnSpc>
                          <a:spcPct val="100000"/>
                        </a:lnSpc>
                        <a:spcBef>
                          <a:spcPts val="0"/>
                        </a:spcBef>
                        <a:spcAft>
                          <a:spcPts val="0"/>
                        </a:spcAft>
                        <a:buClrTx/>
                        <a:buSzTx/>
                        <a:buFontTx/>
                        <a:buNone/>
                      </a:pPr>
                      <a:r>
                        <a:rPr sz="923"/>
                        <a:t>Automated visual timeline &amp; alerts</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1"/>
                    </a:solidFill>
                  </a:tcPr>
                </a:tc>
                <a:tc gridSpan="2">
                  <a:txBody>
                    <a:bodyPr/>
                    <a:lstStyle/>
                    <a:p>
                      <a:pPr marL="0" marR="0" lvl="0" indent="0" algn="ctr" defTabSz="457200">
                        <a:lnSpc>
                          <a:spcPct val="100000"/>
                        </a:lnSpc>
                        <a:spcBef>
                          <a:spcPts val="0"/>
                        </a:spcBef>
                        <a:spcAft>
                          <a:spcPts val="0"/>
                        </a:spcAft>
                        <a:buClrTx/>
                        <a:buSzTx/>
                        <a:buFontTx/>
                        <a:buNone/>
                      </a:pPr>
                      <a:r>
                        <a:rPr sz="923"/>
                        <a:t>Immediate risk mitigation</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1"/>
                    </a:solidFill>
                  </a:tcPr>
                </a:tc>
                <a:tc hMerge="1">
                  <a:txBody>
                    <a:bodyPr/>
                    <a:lstStyle/>
                    <a:p>
                      <a:pPr marL="0" marR="0" lvl="0" indent="0" algn="ctr" defTabSz="457200">
                        <a:lnSpc>
                          <a:spcPct val="100000"/>
                        </a:lnSpc>
                        <a:spcBef>
                          <a:spcPts val="0"/>
                        </a:spcBef>
                        <a:spcAft>
                          <a:spcPts val="0"/>
                        </a:spcAft>
                        <a:buClrTx/>
                        <a:buSzTx/>
                        <a:buFontTx/>
                        <a:buNone/>
                      </a:pP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1"/>
                    </a:solidFill>
                  </a:tcPr>
                </a:tc>
              </a:tr>
              <a:tr h="469193">
                <a:tc>
                  <a:txBody>
                    <a:bodyPr/>
                    <a:lstStyle/>
                    <a:p>
                      <a:pPr marL="0" marR="0" lvl="0" indent="0" algn="l" defTabSz="457200">
                        <a:lnSpc>
                          <a:spcPct val="100000"/>
                        </a:lnSpc>
                        <a:spcBef>
                          <a:spcPts val="0"/>
                        </a:spcBef>
                        <a:spcAft>
                          <a:spcPts val="0"/>
                        </a:spcAft>
                        <a:buClrTx/>
                        <a:buSzTx/>
                        <a:buFontTx/>
                        <a:buNone/>
                      </a:pPr>
                      <a:r>
                        <a:rPr sz="923" b="0" i="0">
                          <a:solidFill>
                            <a:schemeClr val="tx1"/>
                          </a:solidFill>
                          <a:latin typeface="Tenorite"/>
                          <a:ea typeface="Tenorite"/>
                          <a:cs typeface="Tenorite"/>
                        </a:rPr>
                        <a:t>Compliance Logging</a:t>
                      </a: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2"/>
                    </a:solidFill>
                  </a:tcPr>
                </a:tc>
                <a:tc>
                  <a:txBody>
                    <a:bodyPr/>
                    <a:lstStyle/>
                    <a:p>
                      <a:pPr marL="0" marR="0" lvl="0" indent="0" algn="ctr" defTabSz="457200">
                        <a:lnSpc>
                          <a:spcPct val="100000"/>
                        </a:lnSpc>
                        <a:spcBef>
                          <a:spcPts val="0"/>
                        </a:spcBef>
                        <a:spcAft>
                          <a:spcPts val="0"/>
                        </a:spcAft>
                        <a:buClrTx/>
                        <a:buSzTx/>
                        <a:buFontTx/>
                        <a:buNone/>
                      </a:pPr>
                      <a:r>
                        <a:rPr sz="923"/>
                        <a:t>Unlogged scratchpads &amp; emails</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2"/>
                    </a:solidFill>
                  </a:tcPr>
                </a:tc>
                <a:tc>
                  <a:txBody>
                    <a:bodyPr/>
                    <a:lstStyle/>
                    <a:p>
                      <a:pPr marL="0" marR="0" lvl="0" indent="0" algn="ctr" defTabSz="457200">
                        <a:lnSpc>
                          <a:spcPct val="100000"/>
                        </a:lnSpc>
                        <a:spcBef>
                          <a:spcPts val="0"/>
                        </a:spcBef>
                        <a:spcAft>
                          <a:spcPts val="0"/>
                        </a:spcAft>
                        <a:buClrTx/>
                        <a:buSzTx/>
                        <a:buFontTx/>
                        <a:buNone/>
                      </a:pPr>
                      <a:r>
                        <a:rPr sz="923"/>
                        <a:t>Session audit log &amp; approval gate</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2"/>
                    </a:solidFill>
                  </a:tcPr>
                </a:tc>
                <a:tc gridSpan="2">
                  <a:txBody>
                    <a:bodyPr/>
                    <a:lstStyle/>
                    <a:p>
                      <a:pPr marL="0" marR="0" lvl="0" indent="0" algn="ctr" defTabSz="457200">
                        <a:lnSpc>
                          <a:spcPct val="100000"/>
                        </a:lnSpc>
                        <a:spcBef>
                          <a:spcPts val="0"/>
                        </a:spcBef>
                        <a:spcAft>
                          <a:spcPts val="0"/>
                        </a:spcAft>
                        <a:buClrTx/>
                        <a:buSzTx/>
                        <a:buFontTx/>
                        <a:buNone/>
                      </a:pPr>
                      <a:r>
                        <a:rPr sz="923"/>
                        <a:t>Audit-proof documentation</a:t>
                      </a: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2"/>
                    </a:solidFill>
                  </a:tcPr>
                </a:tc>
                <a:tc hMerge="1">
                  <a:txBody>
                    <a:bodyPr/>
                    <a:lstStyle/>
                    <a:p>
                      <a:pPr marL="0" marR="0" lvl="0" indent="0" algn="ctr" defTabSz="457200">
                        <a:lnSpc>
                          <a:spcPct val="100000"/>
                        </a:lnSpc>
                        <a:spcBef>
                          <a:spcPts val="0"/>
                        </a:spcBef>
                        <a:spcAft>
                          <a:spcPts val="0"/>
                        </a:spcAft>
                        <a:buClrTx/>
                        <a:buSzTx/>
                        <a:buFontTx/>
                        <a:buNone/>
                      </a:pP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2"/>
                    </a:solidFill>
                  </a:tcPr>
                </a:tc>
              </a:tr>
              <a:tr h="469193">
                <a:tc gridSpan="5">
                  <a:txBody>
                    <a:bodyPr/>
                    <a:lstStyle/>
                    <a:p>
                      <a:pPr marL="0" marR="0" lvl="0" indent="0" algn="l" defTabSz="457200">
                        <a:lnSpc>
                          <a:spcPct val="100000"/>
                        </a:lnSpc>
                        <a:spcBef>
                          <a:spcPts val="0"/>
                        </a:spcBef>
                        <a:spcAft>
                          <a:spcPts val="0"/>
                        </a:spcAft>
                        <a:buClrTx/>
                        <a:buSzTx/>
                        <a:buFontTx/>
                        <a:buNone/>
                      </a:pPr>
                      <a:r>
                        <a:rPr sz="863" b="0" i="0">
                          <a:solidFill>
                            <a:schemeClr val="tx1"/>
                          </a:solidFill>
                          <a:latin typeface="Tenorite"/>
                          <a:ea typeface="Tenorite"/>
                          <a:cs typeface="Tenorite"/>
                        </a:rPr>
                        <a:t>Per-Advisor Impact: Saving an estimated 5 hours weekly returns 20 hours per month directly to business development. Enterprise Scale: Across LPL’s 32,500 advisors, recapturing 5 hours/week unlocks over 8 million hours of advisor capacity annually.</a:t>
                      </a: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1"/>
                    </a:solidFill>
                  </a:tcPr>
                </a:tc>
                <a:tc hMerge="1">
                  <a:txBody>
                    <a:bodyPr/>
                    <a:lstStyle/>
                    <a:p>
                      <a:pPr marL="0" marR="0" lvl="0" indent="0" algn="ctr" defTabSz="457200">
                        <a:lnSpc>
                          <a:spcPct val="100000"/>
                        </a:lnSpc>
                        <a:spcBef>
                          <a:spcPts val="0"/>
                        </a:spcBef>
                        <a:spcAft>
                          <a:spcPts val="0"/>
                        </a:spcAft>
                        <a:buClrTx/>
                        <a:buSzTx/>
                        <a:buFontTx/>
                        <a:buNone/>
                      </a:pP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1"/>
                    </a:solidFill>
                  </a:tcPr>
                </a:tc>
                <a:tc hMerge="1">
                  <a:txBody>
                    <a:bodyPr/>
                    <a:lstStyle/>
                    <a:p>
                      <a:pPr marL="0" marR="0" lvl="0" indent="0" algn="ctr" defTabSz="457200">
                        <a:lnSpc>
                          <a:spcPct val="100000"/>
                        </a:lnSpc>
                        <a:spcBef>
                          <a:spcPts val="0"/>
                        </a:spcBef>
                        <a:spcAft>
                          <a:spcPts val="0"/>
                        </a:spcAft>
                        <a:buClrTx/>
                        <a:buSzTx/>
                        <a:buFontTx/>
                        <a:buNone/>
                      </a:pP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1"/>
                    </a:solidFill>
                  </a:tcPr>
                </a:tc>
                <a:tc hMerge="1">
                  <a:txBody>
                    <a:bodyPr/>
                    <a:lstStyle/>
                    <a:p>
                      <a:pPr marL="0" marR="0" lvl="0" indent="0" algn="ctr" defTabSz="457200">
                        <a:lnSpc>
                          <a:spcPct val="100000"/>
                        </a:lnSpc>
                        <a:spcBef>
                          <a:spcPts val="0"/>
                        </a:spcBef>
                        <a:spcAft>
                          <a:spcPts val="0"/>
                        </a:spcAft>
                        <a:buClrTx/>
                        <a:buSzTx/>
                        <a:buFontTx/>
                        <a:buNone/>
                      </a:pP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1"/>
                    </a:solidFill>
                  </a:tcPr>
                </a:tc>
                <a:tc hMerge="1">
                  <a:txBody>
                    <a:bodyPr/>
                    <a:lstStyle/>
                    <a:p>
                      <a:pPr marL="0" marR="0" lvl="0" indent="0" algn="ctr" defTabSz="457200">
                        <a:lnSpc>
                          <a:spcPct val="100000"/>
                        </a:lnSpc>
                        <a:spcBef>
                          <a:spcPts val="0"/>
                        </a:spcBef>
                        <a:spcAft>
                          <a:spcPts val="0"/>
                        </a:spcAft>
                        <a:buClrTx/>
                        <a:buSzTx/>
                        <a:buFontTx/>
                        <a:buNone/>
                      </a:pPr>
                      <a:endParaRPr sz="1200" b="1" i="0" kern="1200">
                        <a:solidFill>
                          <a:schemeClr val="tx1"/>
                        </a:solidFill>
                        <a:latin typeface="Tenorite"/>
                        <a:ea typeface="Tenorite"/>
                        <a:cs typeface="Tenorite"/>
                      </a:endParaRP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chemeClr val="bg1"/>
                    </a:solidFill>
                  </a:tcPr>
                </a:tc>
              </a:tr>
            </a:tbl>
          </a:graphicData>
        </a:graphic>
      </p:graphicFrame>
    </p:spTree>
    <p:extLst>
      <p:ext uri="{BB962C8B-B14F-4D97-AF65-F5344CB8AC3E}">
        <p14:creationId xmlns:p14="http://schemas.microsoft.com/office/powerpoint/2010/main" val="392857031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7639769-46D5-5777-BF0E-1540A9120204}"/>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t>Thank You.</a:t>
            </a:r>
          </a:p>
        </p:txBody>
      </p:sp>
      <p:sp>
        <p:nvSpPr>
          <p:cNvPr id="3" name="Text Placeholder 2">
            <a:extLst xmlns:a="http://schemas.openxmlformats.org/drawingml/2006/main">
              <a:ext uri="{FF2B5EF4-FFF2-40B4-BE49-F238E27FC236}">
                <a16:creationId xmlns:a16="http://schemas.microsoft.com/office/drawing/2014/main" id="{E7129EE8-42D0-639F-5B8E-944C9BD781F8}"/>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pPr>
              <a:defRPr sz="1163" b="0">
                <a:solidFill>
                  <a:srgbClr val="00205B"/>
                </a:solidFill>
              </a:defRPr>
            </a:pPr>
            <a:r>
              <a:rPr sz="1163" b="0">
                <a:solidFill>
                  <a:srgbClr val="00205B"/>
                </a:solidFill>
              </a:rPr>
              <a:t>Empowering advisors to lead every meeting with speed, clarity, and confidence.</a:t>
            </a:r>
          </a:p>
          <a:p xmlns:a="http://schemas.openxmlformats.org/drawingml/2006/main">
            <a:pPr>
              <a:defRPr sz="1163" b="0">
                <a:solidFill>
                  <a:srgbClr val="00205B"/>
                </a:solidFill>
              </a:defRPr>
            </a:pPr>
            <a:r>
              <a:rPr sz="1163" b="0">
                <a:solidFill>
                  <a:srgbClr val="00205B"/>
                </a:solidFill>
              </a:rPr>
              <a:t>Jasper McIntyre</a:t>
            </a:r>
          </a:p>
          <a:p xmlns:a="http://schemas.openxmlformats.org/drawingml/2006/main">
            <a:pPr>
              <a:defRPr sz="1163" b="0">
                <a:solidFill>
                  <a:srgbClr val="00205B"/>
                </a:solidFill>
              </a:defRPr>
            </a:pPr>
            <a:r>
              <a:rPr sz="1163" b="0">
                <a:solidFill>
                  <a:srgbClr val="00205B"/>
                </a:solidFill>
              </a:rPr>
              <a:t>Briefly (2026 LPL University Hackathon)</a:t>
            </a:r>
          </a:p>
          <a:p xmlns:a="http://schemas.openxmlformats.org/drawingml/2006/main">
            <a:pPr>
              <a:defRPr sz="1163" b="0">
                <a:solidFill>
                  <a:srgbClr val="00205B"/>
                </a:solidFill>
              </a:defRPr>
            </a:pPr>
            <a:r>
              <a:rPr sz="1163" b="0">
                <a:solidFill>
                  <a:srgbClr val="00205B"/>
                </a:solidFill>
              </a:rPr>
              <a:t>GitHub: github.com/jmcintyre568/lplfall26</a:t>
            </a:r>
          </a:p>
          <a:p xmlns:a="http://schemas.openxmlformats.org/drawingml/2006/main">
            <a:r>
              <a:t/>
            </a:r>
          </a:p>
          <a:p xmlns:a="http://schemas.openxmlformats.org/drawingml/2006/main">
            <a:r>
              <a:t/>
            </a:r>
          </a:p>
        </p:txBody>
      </p:sp>
      <p:sp>
        <p:nvSpPr>
          <p:cNvPr id="4" name="Member FINRA/SIPC footer">
            <a:extLst xmlns:a="http://schemas.openxmlformats.org/drawingml/2006/main">
              <a:ext uri="{FF2B5EF4-FFF2-40B4-BE49-F238E27FC236}">
                <a16:creationId xmlns:a16="http://schemas.microsoft.com/office/drawing/2014/main" id="{FD8E0C7A-1B29-439A-B413-323536DD6081}"/>
              </a:ext>
            </a:extLst>
          </p:cNvPr>
          <p:cNvSpPr>
            <a:spLocks xmlns:a="http://schemas.openxmlformats.org/drawingml/2006/main" noGrp="1"/>
          </p:cNvSpPr>
          <p:nvPr/>
        </p:nvSpPr>
        <p:spPr>
          <a:xfrm xmlns:a="http://schemas.openxmlformats.org/drawingml/2006/main">
            <a:off x="457200" y="4857750"/>
            <a:ext cx="1714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600">
                <a:solidFill>
                  <a:srgbClr val="00205B"/>
                </a:solidFill>
                <a:latin typeface="Tenorite"/>
                <a:ea typeface="Tenorite"/>
                <a:cs typeface="Tenorite"/>
              </a:defRPr>
            </a:pPr>
            <a:r>
              <a:rPr sz="600">
                <a:solidFill>
                  <a:srgbClr val="00205B"/>
                </a:solidFill>
                <a:latin typeface="Tenorite"/>
                <a:ea typeface="Tenorite"/>
                <a:cs typeface="Tenorite"/>
              </a:rPr>
              <a:t>Member FINRA/SIPC</a:t>
            </a:r>
          </a:p>
        </p:txBody>
      </p:sp>
    </p:spTree>
    <p:extLst>
      <p:ext uri="{BB962C8B-B14F-4D97-AF65-F5344CB8AC3E}">
        <p14:creationId xmlns:p14="http://schemas.microsoft.com/office/powerpoint/2010/main" val="2766937247"/>
      </p:ext>
    </p:extLst>
  </p:cSld>
</p:sld>
</file>

<file path=ppt/theme/theme1.xml><?xml version="1.0" encoding="utf-8"?>
<a:theme xmlns:a="http://schemas.openxmlformats.org/drawingml/2006/main" name="Instructions">
  <a:themeElements>
    <a:clrScheme name="0-LPL Theme Color 2026">
      <a:dk1>
        <a:srgbClr val="000000"/>
      </a:dk1>
      <a:lt1>
        <a:srgbClr val="F2F3F5"/>
      </a:lt1>
      <a:dk2>
        <a:srgbClr val="00491F"/>
      </a:dk2>
      <a:lt2>
        <a:srgbClr val="FFFFFF"/>
      </a:lt2>
      <a:accent1>
        <a:srgbClr val="40C1AC"/>
      </a:accent1>
      <a:accent2>
        <a:srgbClr val="FDB714"/>
      </a:accent2>
      <a:accent3>
        <a:srgbClr val="009FDC"/>
      </a:accent3>
      <a:accent4>
        <a:srgbClr val="CE0019"/>
      </a:accent4>
      <a:accent5>
        <a:srgbClr val="00205B"/>
      </a:accent5>
      <a:accent6>
        <a:srgbClr val="B35000"/>
      </a:accent6>
      <a:hlink>
        <a:srgbClr val="333799"/>
      </a:hlink>
      <a:folHlink>
        <a:srgbClr val="0098DB"/>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0-LPL Theme Color 202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2026-10-03T15:27:32.5160000Z</dcterms:created>
  <dcterms:modified xsi:type="dcterms:W3CDTF">2026-10-03T15:27:32.5160000Z</dcterms:modified>
</coreProperties>
</file>